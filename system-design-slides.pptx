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4400">
                <a:solidFill>
                  <a:srgbClr val="FFFFFF"/>
                </a:solidFill>
              </a:rPr>
              <a:t>System Design: Complete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0" sz="2200">
                <a:solidFill>
                  <a:srgbClr val="90E0EF"/>
                </a:solidFill>
              </a:rPr>
              <a:t>Based on the System Design Primer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0" sz="1400">
                <a:solidFill>
                  <a:srgbClr val="7090A8"/>
                </a:solidFill>
              </a:rPr>
              <a:t>418 Slides  ·  11 Sections  ·  Fundamentals →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1: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1: What is System Design?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System Design?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discipline of defining components, interfaces, and data flow for a 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is the bridge between abstract requirements and concrete code that must run reliably at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decision-making process under constraints (cost, latency, traffic, team)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choice trades one property for another; design is choosing which trade-offs to accept consciously.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Operates at the "macro" level above class/function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answers questions like "how do services talk?" rather than "how do I sort this list?"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Output is typically a blueprint: diagrams, contracts, capacity plans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Engineers then implement that blueprint; without it, teams build incompatible pieces.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Pyramid with three layers - bottom "Code (functions/classes)", middle "Architecture (services/modules)", top "System Design (cr...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System Design Matters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Mistakes at the design layer are the most expensive to fix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wrong database choice may require months of dual-writes and migrations; a wrong function is a 10-line patch.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Non-functional requirements (NFRs) usually decide success, not features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abandon a correct app that takes 8 seconds to load; latency, availability, and cost are first-class citizens.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It forces explicit reasoning about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a single process, failure means a crash; in a distributed system, failure means partial, partial, partial - and design must say what each partial means.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It aligns the team on shared mental models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a design doc, two engineers will independently invent two incompatible queue contracts and discover the conflict in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Cost-of-change curve - x-axis "Time (Idea -&gt; Design -&gt; Build -&gt; Deploy -&gt; Production)", y-axis "Cost to fix" rising exponentially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Scope of System Design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Functional scope: what the system does (APIs, workflows, features)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Defines the contract with users; e.g., "upload a video, get a transcoded URL within 60 seconds."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Non-functional scope: how well it does it (latency, availability, durability, cost, security)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measurable targets like "p99 &lt; 200 ms" or "99.95% monthly uptime."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Operational scope: how it is run (deployment, observability, on-call, capacity)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design that cannot be debugged at 3 AM is not a finished design.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Evolution scope: how it changes (versioning, migrations, deprecations)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 systems live for years; design must allow swapping a database without a rewrite.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4-quadrant diagram labeled Functional / Non-Functional / Operational / Evolution, each with example bullet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System Design as a Restaurant (Analogy)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menu is the API contract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tells customers what they can order and what they will receive; you cannot change it on a whim mid-service.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kitchen layout is the service topology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Where the prep station, grill, and pass are placed determines throughput; a bad layout creates bottlenecks no recipe can fix.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Reservations and waitlists are rate limiting and queueing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them, a popular Saturday night collapses the entire restaurant; with them, the experience degrades gracefully.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Health inspectors are observability and SLOs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only check the kitchen when the customers complain; you instrument continuously so you catch issues before they reach the diner.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Restaurant floor plan with labels mapping kitchen-to-services, host-to-load-balancer, menu-to-API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2: Performance vs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Performance vs Scalability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Performance: how fast the system responds for a single unit of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Measured per request - latency, response time, time-to-first-byte for one user.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Scalability: how the system behaves as load grows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Measured by how performance and cost change as users, data, or traffic multiply.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They are related but independent properties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system can be fast for one user yet collapse at 1,000 users; another can be slow per request but handle a million in parallel.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Optimizing one does not automatically improve the other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Caching can boost performance without helping scalability; sharding scales but may worsen single-request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side-by-side gauges: "Performance = speed of one car" vs "Scalability = how the highway handles 100,000 cars"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Defining Performance Precisely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is a distribution, not a number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"Average latency 100 ms" hides that 1% of users wait 10 seconds; always think p50, p95, p99, p999.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Response time = service time + waiting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 a 5 ms operation feels slow if it queues 200 ms behind other work; queueing is often the real culprit.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Tail latency dominates user experience in distributed calls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one request fans out to 100 services, the slowest one defines the user-perceived latency.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is bounded by the critical 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Optimizing code that is not on the critical path adds complexity without speeding anything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Latency histogram with marked p50, p95, p99 lines and a long tail to the right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Defining Scalability Precisely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scaling: bigger machine (more CPU, RAM, disk)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 but bounded by hardware limits and a single point of failure; doubling cost rarely doubles capacity past a point.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scaling: more machines working together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Effectively unbounded but introduces coordination, partitioning, and network failure as new problems.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Linear scalability: 2x resources -&gt; 2x throughput (the gold standard)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real systems achieve sub-linear scaling because of contention, coordination, and shared state.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Scalability is about the slope, not the intercept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system starting at 100 RPS that grows to 1M RPS scales well; one at 10K RPS that caps at 12K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graphs: vertical scaling curve plateauing, horizontal scaling line continuing upward; x-axis "load", y-axis "throughput"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Highway Analogy for Performance vs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is the speed limit on the road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faster sports car (better algorithm) lets one driver get there quicker - that is single-request performance.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Scalability is the number of lanes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lanes lets more cars travel simultaneously without slowing each other down - that is horizontal scaling.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10-lane highway with a 30 mph limit moves more total people than a 1-lane road at 200 mph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 throughput does not require low latency; mass transit beats sports cars for moving cities.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Bottlenecks (toll booth, on-ramp) ruin both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unscaled component caps the whole system; the slowest stage defines real-world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Top-down highway diagram showing 1 lane vs 10 lanes, with a toll booth bottleneck collapsing both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Performance vs Scalability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boosts performance but can mask scaling problems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hot cache hides that the underlying database cannot handle the real workload when the cache is cold.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 improves scalability but adds cross-shard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Single-key reads stay fast; queries that span shards now require fan-out and merging - slower per query.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improves read scalability and availability but hurts write performance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write must propagate; stronger consistency means more coordination and higher write latency.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Asynchronous processing trades per-request latency for system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user sees an instant "queued" response, but the actual work happens later - good for throughput, bad for synchronous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2x2 matrix - axes "Per-Request Latency" and "Total Throughput" - placing caching, sharding, replication, async in their respect...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3: Latency vs Throughput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Latency vs Throughput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Latency: the time a single operation takes from start to finish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Measured in time units (ms, s); answers "how long do I wait?"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Throughput: the number of operations completed per unit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Measured in rate units (req/s, MB/s); answers "how much can the system do per second?"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They are not opposites - they are orthogonal axes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have low latency and low throughput (slow single user), or high latency and high throughput (batch pipelines).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Both are needed; the right balance depends on the workload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trading system prioritizes latency; a backup system prioritizes throughput.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2D plot - x-axis "Latency (lower is better)", y-axis "Throughput (higher is better)" - with examples plotted: HFT (low lat, low...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Latency and Throughput Diverge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Throughput = concurrency / latency (Little's Law)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each request takes 100 ms and you run 50 in parallel, throughput is 500 req/s; you can grow throughput by lowering latency or adding concurrency.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Batching increases throughput at the cost of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Grouping 100 small writes into one large write amortizes overhead per item but makes the first item wait for the last.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Pipelining hides latency without reducing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While one stage waits, another processes; total wall time per request is unchanged but units-per-second goes up.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Network and disk have very different latency/throughput profiles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SSDs: 100 microsecond latency, GB/s throughput; spinning disk: 10 ms latency, 100 MB/s throughput - design must respect both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Pipeline diagram showing 4 stages processing different requests simultaneously, with a single request's latency highlighted as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Latency Sources You Must Know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Speed of light is non-negotiable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Light needs about 5 ms to cross the US one way; no software optimization beats geography for cross-continent calls.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Network round trips are the usual culprit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TCP handshake and TLS negotiation adds RTTs; reducing chattiness often beats optimizing CPU.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Disk I/O is orders of magnitude slower than memory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Memory access is nanoseconds; SSD is microseconds; spinning disk is milliseconds; design data placement accordingly.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Garbage collection, context switches, and locks add jitter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why p99 is so much worse than p50; fixing the median rarely fixes the 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"Latency numbers every engineer should know" log-scale chart - L1 cache 1ns, RAM 100ns, SSD 100us, network 1ms, cross-continent...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Coffee Shop Analogy for Latency vs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 is how long one customer waits for their coffee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pour-over latte takes 4 minutes regardless of how many baristas you hire for one customer.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Throughput is how many coffees the shop serves per hour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baristas, espresso machines, and a second register grows throughput without changing one customer's wait.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Drive-through windows trade latency for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Pre-batching milk, simplifying the menu, and parallel windows raise cups-per-hour but add steps that could be slower per cup.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queue forming is a sign throughput is below arrival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customers arrive faster than the shop serves them, latency grows unboundedly even though the baristas are at full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Coffee shop diagram with one register (low throughput), three registers (high throughput), and a growing queue when arrival rat...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Latency vs Throughput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Optimizing for low latency often caps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Dedicating resources to fast single-request paths (no batching, low queue depth) leaves capacity unused under load.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Optimizing for high throughput often raises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Batching, buffering, and queueing increase efficiency but make any single request wait longer.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APIs prioritize latency; asynchronous pipelines prioritize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REST/RPC give immediate answers; Kafka/SQS process backlogs but the producer does not see the result.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Workload matters: real-time vs analytics have opposite design pressures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search box must answer in 50 ms per query; a nightly ETL must finish 1 TB by morning - same data, different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side-by-side architectures: "Low Latency Path" (sync, in-memory, no batch) vs "High Throughput Path" (async, batch, queue)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4: Availability vs Consistency Trade-off (CAP)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vs Consistency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(C in CAP): every read sees the most recent write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nodes agree on the same value at the same time, as if there were a single copy.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(A in CAP): every request gets a non-error response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stays responsive even if some replicas are unreachable, even if data is stale.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Partition tolerance (P): system continues despite network failures between nodes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any real distributed system, partitions will happen, so P is not optional - it is reality.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theorem: during a partition, you must choose C or A - you cannot have both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the core trade-off; understanding it shapes every distributed data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Classic CAP triangle with C, A, P at corners; arrow showing "you pick 2 sides during a partition"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Consistency Really Means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 consistency: a read after a write always returns the new value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Implemented via consensus (Raft, Paxos) or single-leader writes; expensive because nodes must agree before returning.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Eventual consistency: replicas converge given no new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Reads may return stale data temporarily; cheap and highly available, but applications must tolerate disagreement.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Causal consistency: operations that are causally related are seen in order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"Reply" must appear after "comment"; unrelated operations can be observed in any order.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is not a binary - it is a spectrum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Read-your-writes, monotonic reads, and bounded staleness are middle-ground guarantees with real production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Spectrum from "Strong Consistency" (linearizable) on the left to "Eventual" on the right, with milestones - Sequential, Causal,...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Availability Really Means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measured in 9s of uptime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99.9% = ~8.7 hours downtime/year; 99.99% = 52 minutes; 99.999% = 5 minutes - each "9" costs roughly 10x more.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includes "responds with a useful answer," not just "responds"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500 error is technically a response but counts as unavailable; SLOs measure successful responses.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Highly available systems must tolerate partial failure gracefully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a replica is down, the system serves from another; when a region is down, traffic shifts to another region.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harder than it looks because of dependency chains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service with 99.9% uptime that depends on three other 99.9% services has at best 99.7% effective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Stacked bar showing how dependencies multiply downtime; table of "9s" mapped to allowed downtime per year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Bank vs Social Feed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bank chooses consistency over availability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the network partitions, an ATM should refuse the withdrawal rather than risk double-spending; "service unavailable" beats incorrect balance.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social feed chooses availability over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seeing slightly stale likes is fine; a blank feed is unacceptable, so each region serves its local replica.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shopping cart blends both at different layers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to cart is AP (it just works); checkout is CP (must agree on inventory and price exactly).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right choice depends on the cost of being wrong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Wrong money is a lawsuit; wrong like count is a shrug; design the trade-off per feature, not per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- "Bank (CP): refuse if uncertain" vs "Social Feed (AP): always show something" - with example error and stale-data...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PACELC - Beyond CAP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only describes behavior during a partition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But partitions are rare; most of the time the network is fine, and CAP says nothing about that case.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PACELC: if Partition then A vs C, Else (normal operation) Latency vs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captures that even without partitions, stronger consistency costs more latency due to coordination.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Example: Dynamo-style stores are PA/EL (available during partition, low latency normally)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sacrifice consistency in both regimes for speed and uptime.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Example: Spanner-style stores are PC/EC (consistent during partition, consistent normally)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accept higher latency from cross-region consensus to keep correctness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PACELC matrix - rows "Partition / No Partition", columns "Consistency vs Availability/Latency" - with real systems mapped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vs Consistency Trade-offs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 consistency requires coordination, which limits scale and uptime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Quorum reads/writes and consensus protocols add latency and create unavailability when too many nodes are down.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Eventual consistency enables scale and uptime but pushes complexity to the application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app must handle conflicts (last-write-wins, CRDTs, user merge), which is real engineering work.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choice is feature-by-feature, not system-wide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same product may store user profiles eventually but billing strongly; design each data flow on its own merits.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your SLA, not the marketing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"Highly available" and "consistent" are vague; quantify required uptime, max staleness, and conflict resolution explicitly.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- "Is incorrect data acceptable for this feature?" -&gt; Yes (AP) / No (CP) - with example features at each leaf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Wrap-Up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System design is about trade-offs under constraints, not about finding the "best" answer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choice gives up something; the goal is to give up the right thing for your context.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and scalability are independent - measure and optimize them separately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 for one user does not imply fast for a million; design for the actual workload, not the demo.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 and throughput are orthogonal - know which one your workload demands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Real-time systems chase latency; batch systems chase throughput; mixing the two confuses design.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CAP/PACELC force explicit decisions about consistency, availability, and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Distributed systems will partition; deciding in advance how the system behaves is the core of system design.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All four concepts compose - real systems navigate every trade-off simultaneously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single feature may demand low latency, high throughput, strong consistency, and high availability - acknowledge what gives.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Mind map with "System Design" center node, branches to Performance/Scalability/Latency/Throughput/Consistency/Availability, eac...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clarify functional and non-functional requirements before designing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Asking "what is the read:write ratio?" or "what latency is acceptable?" signals senior thinking and prevents wasted whiteboard work.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 assumptions out loud and write them down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Interviewers grade reasoning, not memorized answers; explicit assumptions show you understand the trade-off space.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back-of-envelope numbers to justify choices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"10M DAU * 100 events = 1B events/day = 12K events/sec" turns vague design into a concrete capacity argument.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Name the trade-off you are choosing and why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Saying "I am picking AP here because stale reads are acceptable for this feed" is stronger than "I'll use Cassandra."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Start simple, then scale - do not over-engineer round 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monolith that works beats a microservice diagram that does not; show you can evolve a design instead of premature complexity.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Whiteboard checklist: Clarify -&gt; Estimate -&gt; Sketch high-level -&gt; Identify bottlenecks -&gt; Apply trade-offs -&gt; Discuss evolution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Confusing performance with scalability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a faster CPU does not help when the database is the bottleneck; profile first, optimize the right axis.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Optimizing average latency while ignoring tail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feel p99, not p50; a "fast" service with bad p99 fans out into terrible end-to-end experiences.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CAP as a one-time choice for the whole 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is per data flow and per failure mode; saying "we are AP" hides where you actually need 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Using "highly available" or "scalable" without numbers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aspirations, not requirements; without SLOs, you cannot tell if the design meets the need.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Adding caches/queues/microservices before the simple version is exhausted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adds operational burden, failure modes, and consistency complications; only introduce them when the simpler design provably fails.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the cost dimension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design that meets all NFRs at 100x the budget is wrong; design includes "is this cost-effective at our scale?"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List of red-flag phrases ("we'll just cache it", "Mongo is web scale", "we need microservices") with the underlying mistake ann...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2: CAP Theorem, Consistency &amp; Availability Patterns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A: CAP Theorem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Theorem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stands for Consistency, Availability, Partition Tolerance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theorem by Eric Brewer (2000) about distributed data stores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distributed system can guarantee at most TWO of the three at the same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escape the trade-off when a network partition occurs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Partition Tolerance is non-negotiable in real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Networks fail; you must handle dropped or delayed messages between nodes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Therefore the realistic choice is between CP and AP, not CA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 only exists in single-node or assumed-perfect-network systems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guides architectural decisions for databases, caches, and messaging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workloads (banking vs social feed) tolerate different sacrifices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triangle with C, A, P at the corners; three overlapping circles; highlight that during a partition you must drop either C or 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— Defining the Three Properties Precisely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(C): every read receives the most recent write or an error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Equivalent to linearizability — all clients see the same data at the same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(A): every request receives a non-error response (no guarantee it is the latest)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stays responsive even if data is stale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Partition Tolerance (P): the system continues to operate despite network message loss between nodes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cluster does not collapse when a link breaks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"Pick 2" is misleading — it really means "during a partition, pick C or A"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the network is healthy, you can have both C and 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is about the worst-case behavior, not steady-state behavior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trade-off shows up only when partitions happen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2-column comparison: "Healthy network → C + A possible" vs "Partition → choose C or A"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Theorem — Deep Explanation (How the Trade-off Plays 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Imagine two replicas separated by a broken link receiving conflicting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 A gets value X=10, replica B gets value X=20, neither can sync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CP system refuses one of the writes (or blocks reads) to preserve correctness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Sacrifices availability — the client gets an error or timeout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 AP system accepts both writes and reconciles later (last-write-wins, vector clocks, CRDTs)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Sacrifices consistency — clients may read stale or divergent data temporarily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choice is fundamentally about user experience and business risk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"Wrong answer" vs "no answer" — pick which one your domain can survive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is not binary in practice; tunable consistency (Cassandra, DynamoDB) lets you slide along the spectrum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set quorum levels per operation: stricter for money, looser for likes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partition at T=5s; CP path shows "request blocked"; AP path shows "request served, reconcile at T=12s"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CP Systems — Concept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CP = Consistent + Partition Tolerant; sacrifices availability during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would rather return an error than risk stale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 correctness matters more than uptime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Banking ledgers, inventory counts, distributed locks, leader election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HBase: built on HDFS, uses a single RegionServer per region — strong consistency, no split-brain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the RegionServer is unreachable, that region becomes unavailable until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ZooKeeper: coordination service using ZAB protocol; majority quorum required for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Loses availability when fewer than (N/2)+1 nodes are reachable, but never lies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etcd, Google Spanner (with Paxos), MongoDB (in majority write concern) follow the same pattern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choose to halt rather than serve potentially incorrect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5-node ZooKeeper cluster, 2 nodes partitioned off; minority side rejects writes, majority continues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AP Systems — Concept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 = Available + Partition Tolerant; sacrifices strict consistency during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returns a response, even if the data might be stale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 uptime and responsiveness matter more than perfect freshness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Social feeds, shopping carts, DNS, content delivery, analytics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Cassandra: peer-to-peer ring, tunable consistency, gossip-based replication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Writes accepted at any node; conflicts resolved by last-write-wins timestamp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DynamoDB: AWS's managed AP store with eventual consistency by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Optional "strongly consistent reads" trade availability for freshness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Riak, CouchDB, Voldemort follow Amazon's Dynamo paper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embrace temporary divergence and reconcile via vector clocks or merge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Cassandra ring with 6 nodes; partition splits 3 vs 3; both sides keep accepting writes; arrows show later reconciliation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 Systems — Why They Are Not Realistic in Distributed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 = Consistent + Available, but only when there are no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practice, distributed networks always partition eventually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single-node relational database (PostgreSQL, MySQL standalone) is "CA"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But it is not actually distributed — there is no partition to tolerate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Two-phase commit clusters are sometimes called CA, but they freeze under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That freezing IS sacrificing availability, so they are really CP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Believing you have CA usually means you have unaccounted-for risk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"always-on" assumption breaks the moment a switch flaps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honest framing: distributed systems must pick between CP and 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 is a marketing label, not an engineering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triangle with "CA" corner crossed out and labeled "single-node only"; arrow pointing to "real distributed = CP or AP"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— Banking vs Social Media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ATM withdrawal (CP): bank refuses to dispense cash if it cannot verify your balance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Better to say "service unavailable" than to let you overdraw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Twitter timeline (AP): you see tweets even if the count is slightly stale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"37 likes" vs "39 likes" — nobody dies, the app stays usable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DNS (AP): cached records may be stale but resolution always succeeds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Eventual propagation across the globe is acceptable for name lookups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Stock trading exchange (CP): a trade must reflect the true order book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Showing wrong prices could cause millions in losses, so halt instead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Picking CP vs AP is fundamentally a product decision, not a tech decision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Engineering serves the cost of being wrong vs the cost of being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split panel — left "ATM screen showing Service Unavailable", right "Twitter feed loading with stale like counts"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Theorem — Diagram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Draw the canonical CAP triangle with three vertices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 (Consistency), A (Availability), P (Partition Tolerance)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Show three overlapping regions on the edges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CP edge: HBase, ZooKeeper, etcd, Spanner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 edge: Cassandra, DynamoDB, Riak, CouchDB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 edge: traditional RDBMS (single node) — mark as "not truly distributed"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a horizontal "partition occurred" line through the middle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Above it: healthy state, all three achievable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Below it: must drop either C or 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Annotate each system with its trade-off rationale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e.g., "ZooKeeper: blocks minority side to avoid split-brain"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equilateral triangle with vertex labels, system logos placed on edges, dashed "partition line" cutting across the middle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CAP Theorem — Trade-offs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CP trade-off: stronger correctness, but you must tolerate downtime windows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Failover is slow because the system pauses until quorum re-forms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 trade-off: always-on UX, but clients must handle stale or conflicting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 code becomes more complex (conflict resolution, retries)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 cost in CP: every write waits for quorum acknowledgment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Cross-region writes can take 100s of ms or fail outright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Operational cost in AP: you need monitoring for replication lag and divergence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Hidden bugs show up only under partition or load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trade-off is not permanent; it is per-operation when using tunable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at quorum for the cart total, read at ONE for product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2x2 matrix — rows: CP/AP; columns: Pros/Cons — filled with bullet points above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B: Consistency Patterns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Consistency Patterns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defines what guarantees a system makes about read-after-write visibility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"If I write X=5, when will I (or others) see X=5?"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main models on a spectrum: weak, eventual, strong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From "no promises" to "immediately and forever"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right model depends on the data's tolerance for staleness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Likes count → eventual; bank balance → strong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Stronger consistency costs more latency, throughput, and availability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pay in coordination overhead for every write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Many real systems mix models per data type within the same application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profile (eventual) + payment record (strong) in one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horizontal bar from "Weak" → "Eventual" → "Strong" with example workloads under each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Weak Consistency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After a write, reads may or may not see the new value, with no guarantee at all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makes a best-effort attempt and moves 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in real-time systems where freshness beats correctness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Live video, VoIP, online multiplayer game state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Implementation: no replication coordination, no read-after-write guarantee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node serves whatever it has locally; missed updates are simply lost or ignored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Memcached without invalidation is effectively weak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 entries linger until TTL expires; nobody guarantees freshness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 you accept: lowest latency, highest throughput, but unpredictable correctness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Acceptable when the user can re-issue the request or the data self-corrects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client writes X=5; three subsequent reads return 5, undefined, 3 — with arrows showing no coordination between replicas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Weak Consistency — Example and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Live sports score broadcast: if you miss a goal, you don't replay it — next update overrides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never blocks waiting for stragglers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Voice over IP: dropped audio packets are skipped, not retransmitted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 budget is too tight to wait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Multiplayer game position updates: only the latest position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Old "I was at (10, 20)" packets are useless once "I am at (15, 25)" arrives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Stock ticker on a public site: shows approximate prices, not authoritative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actual trade settlement uses a different (strong)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Analogy: shouting across a noisy room — receivers hear what they hear, no acknowledgments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rely on the next shout to overwrite any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stadium with thousands listening to a live commentator; if your audio glitches, you just hear the next sentence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Eventual Consistency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After a write, replicas will converge to the same value if no new writes occur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Given enough time, all nodes will agree, but "eventually" can mean ms to minutes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Reads can return stale data temporarily — your own write may not be visible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Read-your-writes is a stronger sub-guarantee that some systems add on top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Implementation: asynchronous replication, gossip protocols, anti-entropy repair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Background processes propagate updates and reconcile divergence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Conflict resolution strategies needed when two replicas accept conflicting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Last-Write-Wins (timestamp), vector clocks, CRDTs, application-level merge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DynamoDB, Cassandra, DNS, S3 (historically), email all operate eventually consistent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chose availability and partition tolerance over instant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 replicas; write at T=0 to replica 1; gossip arrows propagate at T=2s, T=5s; all converged by T=10s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Eventual Consistency — DNS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DNS records have TTLs (Time To Live); changes propagate over hours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change an A record, but resolvers worldwide still serve the old IP until cache expires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Eventually all DNS resolvers converge to the new value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There is no global lock, no coordination — just timeout-based refresh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is acceptable because DNS prioritizes availability and scale over instant updates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Internet-wide propagation in milliseconds would require a coordination layer DNS doesn't have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Email is similar: a sent message may take seconds to minutes to appear in the inbox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Spam filters, routing, and delivery agents add latency without breaking the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Shopping cart in Amazon's original Dynamo: if two devices add items, both items end up in the cart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"Add to cart" is mergeable — eventual consistency works because conflicts are union-able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map; DNS update originates in US-East; clock ticks show propagation reaching EU at T=2min, Asia at T=5min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Strong Consistency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After a write completes, every subsequent read returns that value or a newer 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Equivalent to having a single, atomic copy of the data globally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Linearizability: operations appear to execute instantaneously in a total order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the "ideal" but expensive guarantee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 requires coordination: consensus protocols (Paxos, Raft, ZAB)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majority quorum must agree before a write is acknowledged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Google Spanner (TrueTime + Paxos), CockroachDB, etcd, ZooKeeper, traditional RDBMS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pay latency cost for guaranteed correctness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Cost: every write incurs at least one round-trip to a quorum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Cross-region clusters add tens to hundreds of ms per 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client → leader → 2 of 3 followers must ACK → leader responds OK; show the latency arrow grow with each hop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Strong Consistency — Banking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Bank balance must reflect every deposit and withdrawal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"eventually" have $500; either you have it now or you don't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ATMs withdrawing from the same account must coordinate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Otherwise both succeed, the balance goes negative, and the bank loses money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Inventory in an e-commerce checkout (last unit) — must be strongly consistent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Selling the same physical item twice creates customer-service disasters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locks (ZooKeeper, etcd) — only one client can hold the lock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Eventual consistency would let two clients both think they have it (split-brain)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 consistency = "the truth is one, and everyone sees it the same way"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Worth the latency for correctness-critical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ATMs both trying to withdraw $100 from a $150 account; coordinator allows one and rejects the other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Consistency Patterns — Comparison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Draw three horizontal lanes representing the three models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Lane 1: Weak — write at T=0; reads return random values, no guarantees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Lane 2: Eventual — reads return old values briefly; converge to new value at T=convergence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Lane 3: Strong — read at any T after write returns the new value, always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latency bars showing relative write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Weak: lowest; Eventual: medium; Strong: highest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availability bars showing tolerance to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Weak/Eventual: high availability; Strong: drops during partition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Mark example systems on each lane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Weak: VoIP, live video; Eventual: DNS, Cassandra, S3; Strong: Spanner, etcd, RDBMS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a "tunable consistency" callout for systems like Cassandra and DynamoDB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system can shift between lanes per operation via quorum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 horizontal timelines stacked vertically with color-coded write/read events and latency bars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Consistency Patterns — Trade-offs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Weak: maximum performance, but data may be silently wrong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Only safe when staleness is invisible or self-correcting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Eventual: high availability and scalability, but app must handle stale reads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Need conflict resolution and possibly read-your-writes guarantees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Strong: developer-friendly correctness, but latency and availability costs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Cross-region strong consistency can make writes 10x slower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Mixed strategies are typical in production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for money flows, eventual for feeds, weak for telemetry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Choosing too strong is a common over-engineering trap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Costs throughput and availability for guarantees you didn't actually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3-column table — Weak | Eventual | Strong — rows: Latency, Availability, Complexity, Use cases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C: Availability Patterns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Patterns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= the percentage of time the system is operational and serving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Measured as uptime divided by total time, expressed as "nines"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main techniques to achieve high availability: fail-over and replication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Fail-over swaps in a backup; replication keeps multiple live copies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multiplicative across dependencies in a chain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99.9% × 99.9% × 99.9% = 99.7% — each hop reduces overall availability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High availability requires eliminating single points of failure (SPOFs)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Redundancy in compute, storage, network, and even regions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expensive — each additional "nine" costs roughly 10x more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99% to 99.9% is doable; 99.999% requires multi-region active-active and obsessive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pyramid showing cost vs nines — base "99%" wide; tip "99.999%" narrow with $$$$ label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Fail-over — Concept and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Fail-over = automatically switching to a standby system when the primary fails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Detection (heartbeats, health checks) → promotion (standby takes over) → traffic redirect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flavors: active-passive and active-active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 in whether the standby is idle or already serving traffic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Detection time + promotion time = recovery time objective (RTO)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Faster detection means faster recovery but more false positives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mechanism: virtual IPs, DNS failover, load balancer health checks, leader election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adds latency and complexity to the failover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Fail-over is reactive — it kicks in after something breaks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Replication is proactive — multiple copies always serve in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primary server with heartbeat to standby; primary fails (red X); standby promoted; clients redirected via VIP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Active-Passive Fail-over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active node serves all traffic; the passive node stands by, often replicating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Passive does no useful work until the active dies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Cheaper to operate (less load on standby) but slower to recover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Promotion can take seconds to minutes depending on the technology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in traditional RDBMS clusters (PostgreSQL streaming replication, MySQL with MHA)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replicas may serve read-only traffic while waiting to promote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Risk: split-brain if both nodes think they are active simultaneously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Mitigated with fencing (STONITH), witness nodes, or quorum-based election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RTO is typically 30 seconds to 5 minutes; RPO depends on replication mode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Synchronous replication = zero data loss; async = potential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client → load balancer → active DB; passive DB receives async replication; on failure, LB switches arrow to passive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Active-Active Fail-over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Multiple nodes serve traffic concurrently; if one fails, the others absorb the 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promotion delay — surviving nodes continue without interruption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Higher cost (all nodes provisioned for full capacity) but near-zero RTO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when downtime tolerance is in the milliseconds (financial trading, large web apps)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Requires data to be replicated in all directions (multi-master) or sharded with redundancy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Conflict resolution becomes mandatory if writes go to multiple primaries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Cassandra rings, DynamoDB global tables, Galera Cluster for MySQL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nodes accept reads and writes, gossip changes, reconcile conflicts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Capacity planning: must size each node to handle the failure 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you have 3 active nodes and one fails, the remaining 2 must absorb 50% more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 active nodes behind LB, all serving traffic; one fails; arrows redistribute to remaining 2 with thicker stroke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Fail-over — Banking and Web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Active-passive: a backup generator at a hospital — silent until the power cuts 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Costs money to maintain but only kicks on when needed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Active-active: multiple cashiers at a bank counter — if one leaves, others keep serving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are working all the time; no waiting period when one disappears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Active-passive in web infra: PostgreSQL primary + hot standby with pgpool or Patroni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Standby promotes on failure, DNS or VIP redirects clients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Active-active in web infra: AWS Route 53 latency routing across us-east-1 and us-west-2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Both regions live; user routed to nearest healthy region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based on RTO budget and operational maturity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Active-active is more powerful but harder to get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split panel — left "hospital with backup generator (active-passive)"; right "supermarket checkout lanes (active-active)"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Replication — Master-Slave (Primary-Replica)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master accepts writes; one or more slaves replicate the master's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Reads can be load-balanced across slaves to scale read throughput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can be synchronous (master waits for slave ACK) or asynchronous (fire and forget)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 = stronger durability, higher latency; async = faster writes, possible data loss on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Slave promotion is required if the master dies — this is the failover 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Slaves are often consistent with the master with some replication lag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MySQL replication, PostgreSQL streaming replication, MongoDB replica sets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variants of master-slave with different lag and consistency semantics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Read-write split is a common pattern: app routes writes to master, reads to slaves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Beware of read-your-writes anomalies caused by replication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master in center; 3 slaves with replication arrows; client writes go to master, reads fan out to slaves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Replication — Master-Master (Multi-Master)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Multiple masters all accept writes; changes replicate to each other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single write bottleneck; geographic distribution feels local to each region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Conflict resolution is mandatory because two masters can write the same key concurrently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Strategies: last-write-wins, custom merge, CRDTs, application-level resolution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Active-active deployments often use master-master to avoid promotion delays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Examples: MySQL Galera, CockroachDB, Cassandra (no master at all — peer-to-peer)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Stronger availability and write scalability, but harder to reason about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must design schemas and writes to be idempotent and conflict-aware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lag still exists; cross-region writes may not be visible everywhere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Treat the system as eventually consistent unless explicitly using strong consistency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 masters in a triangle, all replicating to each other; clients in each region write to nearest master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Replication — Failure Modes and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lag: slaves fall behind under heavy write 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writes a comment, reads back, sees nothing — confusing UX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Split-brain: in master-master, network partition causes both sides to accept conflicting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Reconciliation can lose data unless conflict-free types are used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Cascading failure: master dies, all reads go to a single overloaded slave, slave dies too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Mitigate with capacity headroom and read-traffic shedding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Stale replicas serving reads: caused by lag or partition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"read from primary" for critical reads, "read from replica" for non-critical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topology choices: chain, tree, star, mesh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Affect propagation latency and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master with a queue showing 30s of unreplicated writes piling up; one slave shown as "lagging"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Replication — Diagram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Top half: master-slave topology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 master with arrows to N slaves; client write arrow to master; client read arrows split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Bottom half: master-master topology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 nodes in a ring with bidirectional arrows; clients connect to any node for read/write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Annotate with lag indicators on the replication arrows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"async ~50ms" or "sync ~5ms" labels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Show a failover scenario in a side panel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Master fails (red X); one slave promoted (gold star); clients re-route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a legend distinguishing sync vs async arrows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Solid line = sync, dashed line = async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layered diagram with master-slave above and master-master below, sharing a legend on the right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in Numbers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expressed in "nines": 99%, 99.9%, 99.99%, 99.999%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extra nine represents 10x less downtime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99% = 3.65 days of downtime per year (acceptable for non-critical internal tools)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8.76 hours per month; ~1.68 hours per week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99.9% (three nines) = 8.76 hours per year (typical web service SLA)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43.2 minutes per month; ~10 minutes per week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99.99% (four nines) = 52.6 minutes per year (high-availability systems)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4.38 minutes per month; ~1 minute per week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99.999% (five nines) = 5.26 minutes per year (telecom, financial systems)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26 seconds per month — requires multi-region active-active and very mature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table with columns "Nines | Downtime/year | Downtime/month | Downtime/week | Examples"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in Numbers — Deep Explanation and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SLA (Service Level Agreement): contractual availability promise to customers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comes with credits if breached (e.g., 10% refund if monthly uptime &lt;99.9%)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SLO (Service Level Objective): internal target, usually stricter than SLA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Engineering aims for 99.95% to safely meet a 99.9% SLA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SLI (Service Level Indicator): the actual measured metric (success rate, latency)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SLO is "this metric must be ≥ X%" over a window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composes multiplicatively in series, additively in parallel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 services chained at 99.9% each = 99.7% overall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 redundant 99% services in parallel ≈ 99.99% combined (1 - 0.01²)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count dependency availability: DNS, CDN, load balancer,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max possible uptime is the product of your weakest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chain of 3 boxes labeled "99.9%" with the result "99.7%" at the end; below: 2 parallel boxes "99%" with result "99.99%"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in Numbers — Real-World SLA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S3: 99.99% (four nines) availability SLA for standard storage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Backed by multi-AZ replication and erasure coding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EC2: 99.99% for instances within a region; multi-AZ deployment recommended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Single-AZ deployments fall to ~99.95% in practice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Google Cloud Spanner: 99.999% (five nines) for multi-region instances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Achieved via Paxos quorums and TrueTime synchronization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Most SaaS products: 99.9% on standard tier, 99.95-99.99% on enterprise tier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Enterprise tiers cost significantly more, often 3-5x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Banking core systems: target 99.999% but rarely advertise SLAs to end users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Maintenance windows are scheduled during off-hours to preserve apparent uptime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bar chart of common services and their SLA percentages, with downtime budget labeled in minutes/year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Availability — Trade-offs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Higher availability = exponentially higher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additional nine roughly 10x in infra, ops, and engineering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Active-passive: cheaper, simpler, slower failover, lower availability ceiling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Good fit for ~99.9% targets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Active-active: expensive, complex, fast failover, higher availability ceiling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Required for ~99.99%+ targets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Multi-region adds latency and consistency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buy availability with consistency or latency budget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Over-engineering availability is a real risk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Five nines is wasted if your dependencies (payment processor, DNS) only offer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cost vs availability curve — exponential rise; horizontal lines for typical targets at 99%, 99.9%, 99.99%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D: Section Wrap-up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forces a choice between consistency and availability under partition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practice it's CP or AP; CA is single-node only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exists on a spectrum: weak, eventual, strong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per-data-type; mix within one application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is achieved via fail-over (active-passive, active-active) and replication (master-slave, master-master)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has cost, complexity, and recovery-time trade-offs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 composes multiplicatively across dependencies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system's ceiling is the product of every component's nines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Every guarantee costs latency, money, or developer effort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skill is matching the guarantee level to the actual business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one-page recap diagram with CAP triangle, consistency spectrum, and availability ladder side by side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Lead with "it depends" and ask about the workload before picking CP vs 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Interviewers want to see you reason about trade-offs, not memorize answers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real systems (Cassandra, DynamoDB, Spanner, ZooKeeper) and explain why they chose their model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Concrete examples beat abstract claims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discuss replication topology and failover behavior together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are two halves of the same availability story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Ask about target availability (SLA) early in the interview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Drives architectural choices: single-region vs multi-region, sync vs async replication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the "during a partition, what do we do?" framing to expose CAP trade-offs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Shows you understand CAP is about partition behavior, not steady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bulleted interview cheat-sheet card with these phrases highlighted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Claiming a system is "CA" — almost always wrong, exposes you as inexperienced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Distributed = must tolerate partitions = CP or AP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Defaulting to strong consistency everywhere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Costs latency and availability you didn't need to spend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replication lag breaks read-your-writes assumptions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complain "I posted a comment but I can't see it" — classic stale-replica bug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the cost of an extra "nine"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Promising 99.99% when your DNS only offers 99.9% is mathematically impossible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CAP as static — it's per-operation, not per-system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systems (DynamoDB, Cassandra) tune consistency per request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Using master-master without a conflict resolution strategy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Silent data loss when both sides write the same key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Overlooking detection time in failover RTO calculations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Health-check interval + promotion time + DNS TTL = real recovery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"pitfall map" with red flags marked at each common mistake, like a minefield illustration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3: DNS and CDN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 - DNS and CDN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 two pillars of internet delivery**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gets users to the right server; CDN delivers content from the closest server.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these matter together**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Before any HTTP request lands, DNS resolves the hostname; the resolved IP often points to a CDN edge.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**What you will learn**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Resolution flow, record types, geo-routing, edge caching, push vs pull, real provider trade-offs.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**Mental model**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= phone book of the internet. CDN = warehouse network placed near customers.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**Interview relevance**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Almost every system design (Netflix, Instagram, e-commerce) mentions DNS routing and CDN caching as first-class citizens.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Split screen - left side shows a phone book with names mapping to numbers labeled "DNS"; right side shows a global map with war...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A: DNS (Domain Name System)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DNS?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= Domain Name System**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distributed, hierarchical database that translates human-friendly hostnames (google.com) into machine-friendly IP addresses (142.250.190.46).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 core problem it solves**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Humans remember names; computers route packets using IP addresses. DNS bridges this gap.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**Distributed by design**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single server owns the entire mapping; responsibility is split across root servers, TLD servers, and authoritative servers worldwide.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**Effectively invisible infrastructure**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never type an IP into a browser; DNS runs silently before every web request, API call, and email delivery.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 foundational dependency**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DNS breaks (e.g., Facebook outage Oct 2021), the internet looks down even if servers are healthy.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user typing "google.com" into a browser, with an arrow labeled "DNS lookup" leading to "142.250.190.46", which then arrows to...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DNS Exists - The Phone Book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 pre-DNS era (HOSTS.TXT)**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the 1970s ARPANET, every machine had a hosts.txt file mapping all known hostnames to IPs - manually updated and emailed around.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did not scale beyond a few hundred machines.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introduced in 1983 by Paul Mockapetris**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Replaced the flat file with a hierarchical, distributed system.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**Phone book analogy**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know "Alice's Pizza" but not the phone number. You look it up in the directory. DNS is that directory for the internet.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a flat lookup would not work today**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 ~360M+ registered domains, no single server can hold or update everything fast enough.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**Hierarchy enables delegation**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.com TLD operator manages .com names; example.com owner manages subdomains. Each layer scales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Side-by-side - left shows a single huge phone book labeled "HOSTS.TXT (does not scale)"; right shows a tree with country direct...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Hierarchy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**Root zone (.)**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13 logical root server clusters (A through M) operated by 12 organizations; they know who runs each TLD.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**TLD - Top-Level Domain (.com, .org, .io, .uk)**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by registries (e.g., Verisign runs .com). They know which authoritative nameserver to contact for each second-level domain.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**Authoritative nameserver**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source of truth for a specific domain (e.g., ns-1.amazon.com holds records for amazon.com).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**Recursive resolver**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Usually run by your ISP, Google (8.8.8.8), Cloudflare (1.1.1.1). Does the legwork on behalf of clients.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**Stub resolver**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tiny client built into your OS or browser that asks the recursive resolver.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Pyramid diagram - top labeled "Root (.)", below "TLD (.com, .org, .net)", below "Authoritative NS (example.com)", below "Subdom...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How DNS Resolution Works -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1: Browser cache check**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Browsers cache recent lookups (Chrome holds them for ~60 seconds).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2: OS cache check**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browser misses, the OS resolver cache is checked next.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3: Recursive resolver**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still no hit, the OS asks the configured recursive resolver (ISP / 8.8.8.8 / 1.1.1.1).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4: Iterative climb**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Recursive resolver asks Root -&gt; TLD -&gt; Authoritative, walking the hierarchy.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5: Answer returned and cached**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IP is sent back to the OS and browser; each layer caches it for the TTL duration.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Numbered flow diagram. Browser -&gt; OS -&gt; Recursive Resolver. Then resolver branches to Root -&gt; TLD -&gt; Authoritative with arrows ...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Recursive vs Iterative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**Recursive query (client to resolver)**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"Give me the final answer or fail." The resolver is responsible for doing all the work.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**Iterative query (resolver to nameservers)**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"Tell me what you know, or who to ask next." The resolver climbs the tree.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this split exists**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 are simple; resolvers are smart and well-cached. Splitting work keeps end devices lightweight.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**Performance implication**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first lookup may take 20-120ms; subsequent lookups within the TTL window are sub-millisecond from cache.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 example**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you visit youtube.com, your laptop sends 1 recursive query; the resolver may send 3-4 iterative queries upstream.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boxes side by side. Left "Recursive": single double-headed arrow between client and resolver labeled "Do everything". Right...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Resolution Diagram - End-to-End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**Components**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Stub resolver (OS), Recursive resolver, Root server, TLD server, Authoritative nameserver, Origin web server.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**Arrow walkthrough**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1: Stub -&gt; Recursive ("What is www.example.com?")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2: Recursive -&gt; Root (".") returns "Ask .com TLD at 192.x.x.x"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3: Recursive -&gt; .com TLD returns "Ask ns1.example.com"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4: Recursive -&gt; ns1.example.com returns "93.184.216.34"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5: Recursive -&gt; Stub returns final IP; browser opens TCP to origin.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**Caching at every hop**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(browser, OS, resolver) stores results until TTL expires.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**Failure modes**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any nameserver in the chain is down, resolution fails or falls back to a secondary 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**Total time budget**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Cold cache: 50-200ms. Warm cache: &lt;1ms.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Horizontal flow with 6 boxes left-to-right: User -&gt; Stub -&gt; Recursive Resolver. From the Recursive Resolver, three vertical arr...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Record Types - A and AAAA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 record (Address record)**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Maps a hostname to an IPv4 address. Example: example.com A 93.184.216.34.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**AAAA record (quad-A)**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Maps a hostname to an IPv6 address. Example: example.com AAAA 2606:2800:220:1:248:1893:25c8:1946.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both exist**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internet is mid-migration from IPv4 (4.3B addresses, exhausted) to IPv6 (340 undecillion addresses).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**Dual-stack behavior**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OSes prefer AAAA when available, fall back to A. Hence websites publish both.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**Real-world example**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`dig google.com A` and `dig google.com AAAA` - you will see both populated.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Two-column table. Column 1: "A Record" with sample row "example.com -&gt; 93.184.216.34". Column 2: "AAAA Record" with sample row ...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Record Types - CNAME, MX, NS, 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**CNAME (Canonical Name)**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 alias from one hostname to another. Example: www.example.com CNAME example.com.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heavily in CDNs: yourapp.com CNAME d123.cloudfront.net.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**MX (Mail Exchange)**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Tells email senders which server handles mail for this domain. Has priority values.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Example: example.com MX 10 mail.example.com.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**NS (Nameserver)**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Identifies which authoritative nameservers are responsible for the domain.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Example: example.com NS ns-1.awsdns-01.org.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**TXT records**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Free-form text. Used for SPF, DKIM, domain ownership verification (Google Search Console).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**Other notable types**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PTR (reverse DNS), SRV (service discovery), CAA (certificate authority authorization), SOA (zone metadata).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table with columns "Type | Purpose | Example". Five rows: A, CNAME, MX, NS, TXT each filled with the example values from the ...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TTL - Time To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**What TTL is**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number (in seconds) attached to every DNS record telling resolvers how long they may cache the answer.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**Common TTL values**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60s (rapid failover scenarios), 300s (standard SaaS), 3600s (typical website), 86400s (rarely-changing infrastructure like NS records).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 trade-off**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Low TTL = faster propagation of changes, but more queries hit your authoritative server (cost + load).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 TTL = better cache hit ratio + lower cost, but slow to propagate changes during incidents.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**Pre-migration practice**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Drop TTL to 60s a day before a planned IP change so old entries expire fast; raise it back afterward.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 example**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 uses ~300s by default; AWS Route 53 lets you set anything from 0 to 172800s.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Slider graphic - left end "Low TTL (60s)" labeled "Fast change, high cost"; right end "High TTL (24h)" labeled "Slow change, lo...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Caching - Why It Saves the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**Caching happens at every layer**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Browser, OS, recursive resolver, sometimes corporate DNS proxies.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hit ratio is enormous**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popular domains like google.com, ~99% of lookups never reach the authoritative server.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this is essential**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caching, root servers would be flooded billions of times per second; the internet would buckle.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**Negative caching**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"NXDOMAIN" (does not exist) responses are also cached, controlled by the SOA record's minimum TTL.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poisoning risk**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Attackers historically injected fake records into resolver caches; mitigated by DNSSEC and source port randomization.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Layered cake diagram. Bottom layer "Authoritative NS" (small slice). Above it "Recursive Resolver" (larger). Above "OS Cache" (...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Round Robin DNS - Load Balancing for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**What it is**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Configure multiple A records for the same hostname. Resolvers rotate which IP they return.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Example: api.example.com -&gt; 1.2.3.4, 1.2.3.5, 1.2.3.6 (rotates each query).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it works as a load balancer**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clients hit different servers, distributing load roughly evenly.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**No infrastructure needed**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Pure DNS feature; no L4/L7 load balancer required.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**Limitations**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health checking - if a server is down, DNS still hands out its IP.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Caching defeats round-robin: a client may stick to the first IP for the TTL duration.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**Real-world use**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used as a coarse first layer in front of actual load balancers (DNS round-robin -&gt; regional ALB -&gt; instances).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 DNS server icon with three outgoing arrows to three web servers. Three client icons each receive a different IP, each conne...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GeoDNS and Latency-Based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**GeoDNS = answer based on requester's geography**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hostname returns different IPs depending on where you ask from.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Example: example.com from Mumbai -&gt; 13.x.x.x (ap-south-1); from Frankfurt -&gt; 18.x.x.x (eu-central-1).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**How the resolver knows your location**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Source IP of the recursive resolver, or EDNS Client Subnet (ECS) which forwards a portion of the client IP.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**Latency-based routing**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Service measures real-world latency from each region and returns the lowest-latency endpoint, not just the geographically closest.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"closest" is not always "fastest"**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Internet routing is messy; a peering link from Sydney to Singapore may beat Sydney to Tokyo even if Tokyo is closer.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**Provider examples**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AWS Route 53 (geolocation, geoproximity, latency policies), Cloudflare Load Balancing, NS1, Google Cloud DNS.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 with three users (NYC, London, Tokyo). Arrows from each user to the nearest data center icon (Virginia, Ireland, Toky...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DNS-Based Load Balancing - Intuition and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**Pizza chain analogy**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Call 1-800-PIZZA from NYC, you reach the NYC store; call from LA, you reach the LA store. Same number, different store, based on where you called from.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= the call routing system**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does the geographic dispatch; the actual order/cooking happens at the local store (origin server).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**Combined strategy**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Production stacks usually layer: GeoDNS -&gt; Regional Load Balancer -&gt; Service Mesh -&gt; Pod.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**Why DNS is a coarse tool**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Granularity is "per resolver" not "per request". Real fine-grained balancing happens at L4/L7 LBs.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**Failover via DNS**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Health-checking DNS providers (Route 53, NS1) remove unhealthy IPs from rotation, but propagation depends on TTL.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user calling a phone with a speech bubble "1-800-PIZZA". Three branching arrows to NYC, LA, Chicago store icons. Caption "Sam...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DNS Trade-offs and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**TTL vs agility**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fail over faster than the smallest TTL clients are honoring.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**Caching is mostly out of your control**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Misbehaving resolvers and browsers may ignore your TTL.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is UDP-first (port 53)**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512-byte limit; larger responses fall back to TCP or use EDNS0.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**Single point of failure if mismanaged**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2016 Dyn DDoS took down Twitter, Reddit, GitHub. Use multiple DNS providers (multi-NS strategy).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**Security concerns**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hijacking, cache poisoning, DNS-over-cleartext eavesdropping. Mitigations: DNSSEC, DNS-over-HTTPS (DoH), DNS-over-TLS (DoT).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table with columns "Concern | Symptom | Mitigation". Rows: TTL too high (slow failover -&gt; drop pre-change), TTL too low (cost...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B: CDN (Content Delivery Network)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a CDN?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**CDN = Content Delivery Network**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globally distributed network of servers that cache and serve content from locations physically near end users.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 core problem it solves**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Speed of light is fixed (~200,000 km/s in fiber). Sydney to Virginia round-trip is ~250ms minimum.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Serving a Sydney user from Sydney instead of Virginia turns 250ms into 5ms.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**What CDNs serve**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Static assets (images, CSS, JS, video segments), dynamic content (with smart caching), and increasingly compute (edge functions).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**Warehouse analogy**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Amazon does not ship every order from Seattle; they place warehouses near population centers. CDNs do the same for bytes.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**Origin protected by edges**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origin server (your real backend) only sees a fraction of traffic - the cache misses.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Globe with a single "Origin" server icon centered, surrounded by ~15 smaller "Edge" server icons distributed across continents....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CDNs Exist - The Latency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**Physics has a hard floor**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packet from London to Sydney crosses ~17,000 km. At light-speed-in-fiber, that is ~85ms one-way, ~170ms RTT - before any compute.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**TCP and TLS amplify it**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TCP handshake (1 RTT) + TLS handshake (1-2 RTTs) + HTTP request/response (1 RTT) = 4-5 RTTs before first byte.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**Bandwidth alone does not save you**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have 1 Gbps and still wait 200ms because latency is independent of bandwidth.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 impact on UX and business**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Amazon found 100ms of latency cost them 1% in sales. Google saw 20% drop in traffic with 500ms slower search.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**CDN compresses the distance**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By moving content close to users, you cut RTTs from hundreds of ms to single digits.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 with two scenarios. Top: User in Sydney, line to Virginia origin labeled "250ms RTT, 4 RTTs = 1 second". Bottom: same...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How CDNs Work - Architecture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**PoP (Point of Presence)**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physical location (data center, ISP rack) hosting CDN edge servers. Cloudflare has 300+ PoPs globally.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**Edge server**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cache node a user actually connects to. Holds copies of frequently-requested content.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**Origin server**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application's source of truth - the backend the CDN pulls from on a cache miss.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**Mid-tier / shield cache**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 intermediate caching layer between edges and origin to reduce origin load further (Fastly's "shielding", Cloudflare's "Tiered Cache").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**Anycast routing**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same IP advertised from many PoPs; BGP routes the user to the topologically nearest one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Three-layer pyramid. Top: "Origin (1 location)". Middle: "Shield/Mid-tier (5-10 locations)". Bottom: "Edge PoPs (100s of locati...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CDN Request Flow -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1: User DNS lookup**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assets.example.com resolves to a CDN-managed IP via CNAME or ALIAS.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2: Anycast routes to nearest edge**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User's TCP/TLS connection terminates at the closest PoP - often within 10-30ms.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3: Edge cache lookup**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checks its cache using the URL + headers as the cache key.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4a: Cache hit (the common case)**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Content served from RAM/SSD on the edge in single-digit ms.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**Step 4b: Cache miss**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fetches from origin (possibly through shield), stores it locally, returns to user. Subsequent requests hit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Horizontal flow: User -&gt; Edge PoP. From Edge, two paths: green path "HIT - return cached" (loops back to user), red path "MISS ...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Push CDN vs Pull CDN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**Pull CDN (lazy, default)**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fetches content from origin on first request, caches it, serves subsequent requests.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user pays the latency cost; everyone after benefits.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by: most web assets, blog images, JS bundles. CloudFront, Cloudflare default behavior.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**Push CDN (eager, manual)**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upload content directly to the CDN; nothing is fetched from origin on demand.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control exactly what is on the edge and when.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by: very large files, video downloads, software releases, infrequently-changed assets.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**When to choose pull**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High-volume, frequently-updated, or unpredictable content. Lower operational overhead.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**When to choose push**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Large files (multi-GB game patches), low-traffic but business-critical assets (you do not want the first user to wait), strict cache control.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**Hybrid is common**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Big platforms push the "must be hot" content and let everything else pull on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side-by-side diagrams. Left "Pull": user requests -&gt; edge -&gt; miss -&gt; origin (arrow on demand). Right "Push": developer uplo...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CDN Caching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key**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Usually URL + selected headers (Vary: Accept-Encoding etc). Two URLs differing by query string may or may not share a key.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**Cache-Control headers drive behavior**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max-age, s-maxage, public/private, no-cache, no-store, stale-while-revalidate.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**TTL on the edge**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 long the edge serves a copy before checking origin again. Independent from browser's max-age.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invalidation**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Purge by URL, by tag (Fastly surrogate keys), or by wildcard. CloudFront invalidations cost money beyond a free quota.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hit ratio is the key metric**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90%+ is typical for well-tuned static content; below 70% means you are mostly proxying, not caching.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cache entry box with fields "Key: /img/logo.png", "Value: &lt;bytes&gt;", "TTL: 86400s", "Tags: [logo, branding]". Arrows show "pur...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CDN Benefits - Why Everyone Uses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**Reduced latency**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Single-digit ms TTFB versus hundreds of ms to a far origin. Massive UX win.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**Reduced origin load**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95%+ of requests served from edges; your origin handles only the long tail and writes.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**Bandwidth cost reduction**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 egress is often cheaper per GB than cloud-origin egress, especially at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**DDoS absorption and WAF**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CDNs absorb volumetric attacks across their global capacity (Cloudflare's network is multiple Tbps). Built-in WAFs filter malicious requests.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**TLS termination and modern protocols**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CDNs handle HTTP/2, HTTP/3, QUIC, and modern TLS for you; your origin can stay on HTTP/1.1 if you want.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Five-icon row: stopwatch (latency), shield (DDoS), down-arrow (origin load), dollar sign (cost), padlock (TLS). Each labeled wi...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CDN Trade-offs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**Stale content risk**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Aggressive caching can serve outdated content; need careful invalidation strategy.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**Cache invalidation complexity**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"There are only two hard things in CS: cache invalidation and naming." CDNs make this real.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**Cost at scale**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small sites, CDNs are cheap or free. At petabyte scale, CDN bills become significant - bandwidth, requests, and feature pricing.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**Limited dynamic content acceleration**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Personalized or rapidly-changing data is harder to cache; needs ESI, edge compute, or smart cache keys.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**Vendor lock-in and debugging complexity**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CDN-specific features (workers, surrogate keys) tie you to one provider. An extra layer between users and your code makes debugging harder (mystery 5xx from edge, regional cache poisoning).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Balance scale icon. Left pan heavy with "Speed, Scale, Security". Right pan also non-trivial with "Staleness, Cost, Complexity,...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CDN Architecture Diagram - Global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**Components labeled**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Origin (1 region), Shield PoP (regional), Edge PoPs (global), Anycast IP, Authoritative DNS.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**Arrow walkthrough**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-&gt; DNS -&gt; Anycast IP -&gt; nearest Edge PoP.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-&gt; (on miss) Shield PoP -&gt; (on miss) Origin.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Origin -&gt; Shield -&gt; Edge -&gt; User. Cached at every layer on the way back.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**Labels to include**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"Cache hit ratio 95%+", "Anycast BGP routing", "TLS terminated at edge", "Origin sees only ~5% of requests".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**Failure isolation**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one PoP fails, BGP withdraws the route; users automatically reroute to the next-closest PoP.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**Real-world scale**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Cloudflare: 300+ cities, 13,000+ networks. Akamai: 4,000+ PoPs in 130+ countries.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map. Single origin pin in us-east-1. Five shield pins (one per continent). 30+ small edge dots scattered globally. Sample...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CDN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**Amazon CloudFront**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Tightly integrated with AWS (S3, ALB, Lambda@Edge). Pay-per-use, 450+ PoPs. Good default for AWS shops.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**Cloudflare**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Massive free tier, security-first (WAF, bot mitigation, DDoS), Workers for edge compute, very developer-friendly.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**Akamai**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original CDN (1998). Enterprise-grade, deepest PoP coverage, expensive, used by banks, airlines, governments.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**Fastly**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Programmable VCL config, instant purge (sub-150ms globally), favored by news sites, GitHub, Shopify, Stripe.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**Others worth knowing**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Google Cloud CDN, Azure Front Door, Bunny.net (low-cost), KeyCDN, StackPath.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 collage of CloudFront, Cloudflare, Akamai, Fastly, Google Cloud CDN, Azure Front Door. Each logo annotated with a one-line...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When NOT to Use a CDN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**Internal-only services**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VPN-protected admin tools have no need for global edges; just adds cost and complexity.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**Highly personalized, uncacheable responses**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every response varies per user (private dashboards), only the connection acceleration helps; content caching does not.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**Compliance / data residency restrictions**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regulations (GDPR for sensitive data, certain government data) require data to stay in-region; global CDN may complicate this.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**Tiny scale and tight budget**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a hobby blog with 100 visitors/day, CDN setup may not be worth the operational overhead - though free tiers (Cloudflare) often make this moot.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**WebSockets / long-lived connections**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CDNs support them, some do not. Validate before assuming.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Red "X" icons next to four scenarios: laptop labeled "internal admin", user with personalized dashboard, lock-in-region icon, t...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C: Section Wrap-Up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is the internet's phone book**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Hierarchical, distributed, cache-heavy. TTL controls the agility/cost trade-off.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**DNS doubles as a coarse load balancer**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Round-robin, GeoDNS, and latency-based routing steer users before any HTTP request.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**CDNs eliminate distance**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PoPs near users turn cross-continent latency into local-loop speed.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**Pull CDN is the default; push for big-or-critical**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Pull is lazy and easy. Push is deliberate and pre-warmed.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**Both are infrastructure leverage**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Set them up once, get speed, scale, security, and cost wins for the lifetime of the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5-point checklist with green checkmarks. Each point in one short line. At bottom, two icons: phone book (DNS) + warehouse netwo...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 - DNS and CDN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**Always mention DNS in your design**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"Users hit our domain via DNS, which routes them via GeoDNS to the nearest region." Sets the stage.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**Pair CDN with static assets early**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 soon as your design has images, JS, or video, propose a CDN. Interviewers expect 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**Speak in record types**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Drop "A record", "CNAME", "TTL" naturally. Shows depth without being pretentious.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**Discuss TTL trade-offs concretely**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 would use a 60s TTL for failover-critical records and 1 hour for stable assets."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**Know one provider deeply**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CloudFront, Cloudflare, or Fastly. Be able to discuss its quirks (CloudFront invalidation cost, Cloudflare Workers cold-start absence, Fastly instant purge).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Numbered list 1-5 styled as an interview cheat-sheet card. Optional: speech bubble with the phrase "users hit our domain via DN...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**Setting TTL too high before a migration**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announce a new IP but old IP is cached for hours; users see outages. Lower TTL ahead of time.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**Forgetting that browsers and resolvers may ignore TTL**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browsers cap at 60s; some resolvers extend silently. Plan for it - do not assume strict TTL adherence.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**Treating round-robin DNS as a real load balancer**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health checks, sticky caching - traffic is not even, and dead servers stay in rotation. Use a proper LB.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**Caching authenticated content publicly**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Setting Cache-Control: public on a logged-in user's page leaks data to other users. Always scope cache keys correctly.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**Forgetting cache invalidation strategy**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"Just cache forever" works until you ship a bad CSS file. Plan purge by URL, tag, or version-in-path (logo.v23.png).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**Single DNS provider risk**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2016 Dyn outage took down half the internet. Use secondary DNS (Route 53 + NS1, or Cloudflare + Dyn).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Six warning-sign icons in a 2x3 grid. Each annotated with a one-line pitfall. Bold red border. Title: "Avoid these in your desi...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Summary - DNS + CDN as a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**Together they form the front door of every modern app**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picks the right region; CDN serves bytes from the closest edge. Origin handles only the rare/unique work.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**They are the cheapest performance wins available**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code changes, just configuration. ROI is enormous.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**They are also the most common single points of failure**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Lose your DNS or your CDN, lose your service. Plan redundancy.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**They unlock global scale**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two-engineer startup can serve users in 100 countries with the same tooling Netflix uses.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**Up next**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Section 4: Load Balancers - how requests are distributed once they arrive in your data center.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icons (phone book + warehouse) merging into a single shield icon labeled "Front door of the internet". Arrow pointing forwa...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4: Load Balancers and Reverse Proxies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this section covers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Load balancers: distributing traffic across many backend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proxies: front-door servers that mediate client-server communication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Algorithms, configurations, and trade-offs that real systems use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Almost every scaled system sits behind an LB and/or reverse 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 staple: "How does traffic reach your service?" expects this knowledge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Mental model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LB = traffic cop directing cars to open lanes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= receptionist that screens, redirects, and logs every visitor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Title slide with a network diagram showing clients -&gt; LB/Proxy -&gt; pool of app servers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a Load Balancer?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Definition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device or software that distributes incoming network traffic across multiple backend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Sits between clients and the server pool, presenting a single endpoint (one IP/DNS name)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single server has finite CPU, memory, and bandwidth; eventually it tips over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Horizontal scaling (more servers) only works if traffic is shared evenly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two jobs of an LB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 load so no single server is overwhelmed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Detect and route around unhealthy servers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Many client icons -&gt; single LB box -&gt; fan-out to N server icons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You Need a Load Balancer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Scalability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or remove servers without changing the public endpoint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Linear capacity increase as you add backends (in theory)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High availability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one backend dies, the LB stops sending traffic to it; users feel nothing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Enables zero-downtime deploys via rolling restarts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and flexibility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Route requests intelligently (by region, content type, user)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Offload expensive work like SSL termination from app servers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Real-world analogy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Grocery store checkout: a single line that feeds whichever cashier opens up next, instead of choosing a lane and getting stuck behind the price-check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Side-by-side - left: 1 server crushed by traffic; right: LB spreading load to 4 healthy servers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4 vs Layer 7 Load Balancing -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OSI model in one breath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Layer 4 = Transport (TCP/UDP, IP addresses, ports)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Layer 7 = Application (HTTP, gRPC, headers, cookies, URLs)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4 LB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Forwards packets based on IP and port without inspecting payload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Fast, cheap, protocol-agnostic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7 LB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Reads the HTTP request and routes based on URL path, headers, cookies, method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Smarter but more CPU-intensive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OSI stack with L4 and L7 highlighted, plus an HTTP request being inspected at L7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4 Load Balancing -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Operates at the TCP/UDP level; sees source/dest IP and 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Performs NAT (Network Address Translation) to forward connections to backends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TCP connection from client maps to one TCP connection to backend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Very fast, low latency (minimal processing per packet)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Works for any TCP/UDP protocol: databases, game servers, MQTT, raw sockets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Lower CPU and memory footprint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Limitations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Cannot route based on URL or HTTP headers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Cannot terminate SSL or inspect content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Sticky sessions limited to source IP (coarse)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AWS Network Load Balancer (NLB), HAProxy in TCP mode, IPVS, Linux LVS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Packet flow diagram showing IP/port headers being read and forwarded as opaque bytes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7 Load Balancing -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Terminates the client TCP connection, parses HTTP, then opens a new connection to backend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 read URL path, query string, headers, cookies, body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Smart routing examples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`/api/*` -&gt; API server pool, `/static/*` -&gt; CDN/static pool, `/admin/*` -&gt; admin pool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Route mobile clients to mobile-optimized backend via User-Agent header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A/B testing by routing 10% of users to a canary pool based on cookie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Bonus features unlocked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SSL/TLS termination, response caching, compression, request rewriting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Authentication, rate limiting, web application firewall (WAF)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AWS Application Load Balancer (ALB), Nginx, HAProxy in HTTP mode, Envoy, Traefik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HTTP request being parsed; arrows splitting based on `/api`, `/static`, `/admin` paths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L4 vs L7 - When to Use Which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Layer 4 when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Maximum throughput and lowest latency are critical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Protocol is non-HTTP (databases, custom TCP, UDP gaming)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don't need content-based routing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Layer 7 when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URL/header-based routing or microservice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SSL termination, caching, or WAF features are required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 of extra CPU is acceptable for the flexibility gained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pattern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L4 LB in front of L7 LB: NLB -&gt; ALB -&gt; services (gets DDoS resilience + smart routing)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Quick rule of thumb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HTTP/HTTPS service? Default to L7. Anything else? Default to L4.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- "Is it HTTP?" yes-&gt;L7, no-&gt;L4; "Need content routing?" yes-&gt;L7, no-&gt;L4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Load Balancing Algorithms - Why They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core question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Given an incoming request and N healthy backends, which backend gets it?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it's not trivial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Servers may have different capacities (old vs new hardware)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Requests have wildly different costs (a search vs a static asset)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requests need to land on the same server (session state)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Categories of algorithms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 rotation: Round Robin, Random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Capacity-aware: Weighted Round Robin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Load-aware: Least Connections, Least Response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Affinity-aware: IP Hash, Sticky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6 algorithm icons in a 2x3 grid with one-line descriptions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Round Robin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Send request 1 to server A, request 2 to B, request 3 to C, then back to 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Pure rotation; no awareness of load or capacity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Simplest possible distribution; trivial to implement (just a counter)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Works well when servers are identical and requests are similar in cost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Homogeneous server pool, short-lived stateless requests (e.g., simple REST APIs)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starting point if you have no other information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Ignores actual server load - one slow request on server A doesn't stop A from getting more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Bad fit for variable request costs (some servers can pile up while others are idle)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Circular arrow cycling A -&gt; B -&gt; C -&gt; A with sequential request numbers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Weighted Round Robin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Assign each server a weight; higher weight = more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Example: A=3, B=2, C=1 means 6-request cycle goes A,A,A,B,B,C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 fleets are heterogeneous: a 32-core box can handle more than an 8-core box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Lets you mix instance sizes during migrations or capacity ramps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Mixed hardware generations, gradual rollouts (give canary 1%, prod 99%)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cloud regions/zones with different capacities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Weights are static; if server B suddenly slows down, weights don't auto-adjust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Operators forget to update weights after hardware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buckets sized 3x, 2x, 1x with balls falling into them proportionally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Least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Track the number of active connections per backend; send new request to the server with fewest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Long-lived or variable-duration requests cause uneven load with Round Robin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"Connections in flight" is a cheap proxy for "current load"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Long-lived connections: WebSockets, database pools, streaming endpoints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Variable request durations (some endpoints take 50ms, others 5s)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Connection count != actual CPU work (one heavy request can starve a "lightly loaded" server)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LB must track connection state, slightly more overhead than Round Robin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servers with connection counts 7, 3, 5; new request arrow points to the "3" server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Least 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Track each server's recent average response latency; pick the fastest responder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combined with Least Connections (pick lowest of: connections * avg_latency)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 directly reflects user experience and true server health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Catches partially degraded servers that still accept connections but respond slowly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Latency-sensitive APIs, user-facing endpoints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Heterogeneous workloads where some servers might be GC-pausing or thrashing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Requires continuous latency measurement, more LB CPU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 oscillate ("herd" toward a fast server until it gets overloaded)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servers showing 50ms, 200ms, 80ms; arrow goes to 50ms one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IP Hash and Sticky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IP Hash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Hash the client IP address; map hash to a backend server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client IP -&gt; same server (deterministic)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Sticky Sessions work (L7)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LB sets or reads a cookie (e.g., `AWSALB`); same cookie -&gt; same backend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they exist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servers store session state in memory, the user must come back to the same 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Avoids needing a shared session store (Redis) for simple apps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Legacy stateful apps, in-memory session caches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WebSocket connections (you want subsequent messages to land on the same server)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Uneven distribution if a few clients are very heavy (NAT, mobile carriers behind one IP)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 failure loses that user's session entirely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Anti-pattern in modern microservices - prefer stateless services with external session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Hash function mapping IP 1.2.3.4 -&gt; Server B consistently across multiple requests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a backend uniformly at random for each request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Stateless, requires no counters or coordination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Statistically converges to even distribution at high request volume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to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Very high QPS, stateless services where simplicity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Distributed LBs that can't share state (each instance can pick independently)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Variant: "Power of Two Choices"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2 random servers, send to whichever has fewer connections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Surprisingly close to optimal Least Connections, with minimal state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 produce short-term hotspots due to randomness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Less predictable than Round Robin for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Dice rolling and selecting a server from a fan; second panel shows "pick 2, choose the lighter"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Algorithm Selection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Identical servers, short requests -&gt; Round Robin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Mixed hardware or canary deploys -&gt; Weighted Round Robin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Long-lived connections (WebSocket, DB pool) -&gt; Least Connections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Latency-critical user-facing API -&gt; Least Response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Stateful session-in-memory app -&gt; IP Hash / Sticky Sessions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Massively parallel stateless service -&gt; Random or Power of Two Choices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Don't know yet?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Start with Round Robin, measure, then refine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matrix table with workload characteristics on rows and algorithms on columns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Load Balancing Algorithm - Real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Scenario: e-commerce site on Black Friday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 app servers (3 new powerful boxes, 2 older boxes), HTTP traffic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requests are 50ms (browse), some are 3s (checkout/payment)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Naive Round Robin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Older boxes get same share as new ones -&gt; they slow down -&gt; users wait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Weighted + Least Connections combo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Weights: new=3, old=1; tiebreak by least active connections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New servers absorb more load; if new server is mid-checkout, the next request goes elsewhere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 latency across the fleet, no single hotspot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requests flowing; old vs new servers; healthy traffic curves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Hardware vs Software Load Balancers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Hardware LBs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Dedicated physical appliances: F5 BIG-IP, Citrix ADC, A10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Pros: extremely high throughput, custom ASICs, vendor support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expensive ($$$), inflexible, slow to upgrade, vendor lock-in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Software LBs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on commodity servers/VMs/containers: Nginx, HAProxy, Envoy, Traefik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Pros: cheap, elastic, scriptable, integrates with CI/CD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you operate it; throughput limited by host hardware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Cloud-managed LBs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AWS ELB (ALB/NLB/GWLB), GCP Cloud Load Balancing, Azure Load Balancer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Best of both: software-defined, elastic, managed by cloud provider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Today's reality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Software/cloud-managed dominates; hardware LBs survive in regulated/on-prem niches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columns - hardware appliance icon, server with Nginx logo, cloud provider logos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Load Balancer Examples in the Wild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Nginx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Originally a web server; excellent L7 LB and reverse proxy; huge open-source community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Specialist LB; battle-tested at extreme scale (Stack Overflow, GitHub used it heavily)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ELB family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ALB (L7, HTTP/HTTPS, host/path routing), NLB (L4, ultra-low latency), GWLB (network appliances)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Envoy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L7 proxy; powers service meshes (Istio, Consul Connect); rich observability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Cloudflare Load Balancing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Global anycast LB at the edge; geographic + health-based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 grid with 1-line capability summary under each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Active-Active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 or more LBs handle live traffic simultaneously, each serving a fraction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 reach them via DNS round robin, anycast, or virtual IPs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Full hardware utilization (no idle standby)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Higher aggregate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Faster failover - peers already warm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More complex (state sync, session affinity coordination)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Capacity planning must assume one node can fail and remaining must absorb load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Cloud-native deployments, anycast CDNs, large-scale ALB/NLB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LB boxes both receiving traffic, both forwarding to shared backend pool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Active-Passive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it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LB (active) handles all traffic; second LB (passive) sits idle, ready to take over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Failover via VRRP/keepalived virtual IP, or DNS update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Simpler mental model and configuration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state-sync complexity during normal operation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50% of capacity is idle (wasted hardware)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Failover takes seconds (VIP migration, ARP refresh, DNS TTL)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Traditional on-prem deployments, smaller setups, regulated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Active LB with green check serving traffic; passive LB with grey "standby" badge waiting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Disadvantages of Load Balancers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Added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more system to configure, monitor, secure, and patch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Misconfiguration can break the entire fleet at once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point of failure (if not redundant)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LB itself can crash; a single LB = entire site down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deploy redundant LBs (active-active or active-passive)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request makes an extra hop through the LB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L7 inspection adds CPU time (header parsing, SSL termination)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 LBs are billed per hour + per GB processed; high-traffic sites pay real money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Debugging difficulty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Adds a layer to trace through; client IP can get masked (need `X-Forwarded-For`)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Red warning triangle with bullet list of risks; arrow showing extra hop adding latency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Health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they are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Periodic probes the LB sends to each backend to verify it's alive and serving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Unhealthy backends are removed from the rotation automatically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Types of health checks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TCP: can the LB open a TCP connection? (L4)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HTTP: does GET `/health` return 200? (L7, smarter)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Application-aware: check that DB connection works, dependencies are reachable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Best practices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Dedicated `/healthz` endpoint that exercises real dependencies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Threshold-based: mark unhealthy after N consecutive failures (avoid flapping)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intervals for different criticality (fast for prod, slower for staging)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 check that's too cheap returns 200 even when app is broken (false healthy)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 check that's too heavy adds load and can itself cause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LB pinging 3 backends; one returns red X and is crossed off the rotation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Connection Draining (Graceful Shutdown)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problem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to remove a server from the pool (deploy, patch, scale-in)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Killing it instantly drops in-flight requests -&gt; users see errors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How draining 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Mark backend as "draining"; LB stops sending NEW connections to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Existing connections finish naturally up to a timeout (e.g., 30-300 seconds)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After all connections close (or timeout), backend is fully removed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Zero-downtime deploys, rolling updates, auto-scale-in events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Critical for long-lived connections (WebSockets, file uploads)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Configuration knobs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AWS: "deregistration delay" on target groups (default 300s)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Nginx: `server ... down` directive after reload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Kubernetes: `terminationGracePeriodSeconds` + `preStop`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Server marked "draining" with hourglass; new arrows blocked, existing connections finishing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Load Balancer - 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Components in the diagram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 (browsers, mobile apps) on the left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pointing `api.example.com` to LB's public IP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 redundant LBs in active-active behind a virtual IP / anycast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Backend pool of N app servers in private subnet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 check arrows from LB to each backend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Monitoring/metrics pipe to Datadog/CloudWatch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Flow labels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1: Client DNS lookup -&gt; LB IP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2: Client TCP/TLS handshake terminates at LB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3: LB picks healthy backend per algorithm (e.g., least-conn)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4: LB opens connection to backend, proxies request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5: Response returns through LB to client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6: Periodic health checks (dotted lines) to all backends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Full architecture diagram with the components and numbered flow labels above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Load Balancer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Performance vs flexibility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L4 = fast/dumb; L7 = smart/slower; pick based on need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Cost vs availability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Active-active = full capacity but complex; active-passive = simple but half-capacity idle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Stickiness vs even distribution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Sticky sessions help legacy apps but cause hot spots and lose state on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Health-check sensitivity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Aggressive checks catch failures fast but cause flapping; lax checks miss issues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DIY vs managed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Self-hosted (HAProxy/Nginx) = control + ops burden; cloud LB = convenience + cost +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Five balance-scale icons, each showing one trade-off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a Reverse Proxy?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Definition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server that sits in front of one or more backend servers and forwards client requests to them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 believe they're talking to the proxy; backends are hidden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"reverse" part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Forward proxy: hides the CLIENT from the server (e.g., corporate proxy filtering employee web traffic)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proxy: hides the SERVER from the client (the public-facing front door)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"reverse"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direction of "who is being represented" is flipped vs a forward proxy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Real-world analogy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= hotel concierge: you ask "I want room service," concierge calls the right department; you never deal with kitchen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 side by side - forward proxy (clients hidden) vs reverse proxy (server hidden)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Forward Proxy vs Reverse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Forward 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Lives near the client; client explicitly configures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cases: corporate firewall, content filtering, anonymity (VPN-ish), caching outbound traffic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Examples: Squid, corporate web proxies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Reverse 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Lives near the server; clients are unaware of backends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cases: hide backend topology, SSL termination, caching, load balancing, security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Examples: Nginx, HAProxy, Cloudflare, Apache mod_proxy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One-line distinction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Forward proxy = "I'll fetch the internet for you" (client-side)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= "I'll hand your request to the right server" (server-side)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Two-panel diagram - forward proxy between many clients and the internet; reverse proxy between internet and many backend servers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Benefits - SSL 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it 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holds the SSL/TLS certificates and decrypts HTTPS traffic at the edge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Forwards plaintext (or re-encrypted) HTTP to backends inside the trusted network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SSL handshakes are CPU-intensive; centralizing them spares backend CPU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place to manage certificates, renewals, cipher suites (instead of N servers)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Backends speak simple HTTP, easier to develop and debug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Internal traffic is plaintext unless you re-encrypt (zero-trust networks usually re-encrypt)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HTTPS arrow from client to proxy (locked), HTTP arrow from proxy to backends (unlocked, inside private network bubble)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Benefits -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it 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Proxy stores recent responses; future identical requests served from cache without hitting backend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Massive reduction in backend load (especially for static assets, API responses)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Lower latency for users (cached response is microseconds)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to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Static files (images, CSS, JS): cache for hours/days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API responses with short TTL (10-60 seconds) for dashboards and feeds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Respect HTTP cache headers (`Cache-Control`, `ETag`, `Vary`)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Real-world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Nginx with `proxy_cache`, Varnish, Cloudflare edge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First request goes through proxy to backend (slow); second request returns from proxy cache (fast)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Benefits - Compression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Compression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Proxy gzip/brotli-compresses responses before sending to client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Reduces bandwidth by 60-80% for HTML/JSON/CSS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Backends don't waste CPU on compression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Connection pooling / multiplexing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Proxy keeps long-lived connections to backends, reuses them across many client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Reduces backend connection-setup overhead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HTTP/2 and HTTP/3 termination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Proxy speaks modern protocols to clients while backends stay on simple HTTP/1.1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Buffering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Proxy absorbs slow clients; backends only see fast, complete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Compressed payload icons; pool of reusable connections between proxy and backends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Benefits -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Hides backend topology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Attackers see only the proxy IP; internal IPs, ports, and architecture are masked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Centralized security policy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WAF (web application firewall) rules: block SQL injection, XSS, bot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Rate limiting per IP / per token to defend against abuse and DDoS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TLS hygiene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cipher suites, HSTS, OCSP stapling enforced once at the proxy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Authentication offload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JWT validation, OAuth2 introspection, mTLS done at the proxy; backends trust forwarded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Shield icon over the proxy; arrows of attacks bouncing off; clean traffic continuing inward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Benefits - Centralized Logging and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place to log everything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request and response passes through the proxy -&gt; uniform access logs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Backend servers can stay focused on business logic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Metrics for free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Request rate, latency percentiles (p50/p95/p99), error rates, status code distribution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Per-route, per-host, per-upstream breakdowns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tracing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Inject `X-Request-Id` and trace headers at the proxy; propagate downstream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Nginx access logs -&gt; Loki/ELK; Envoy metrics -&gt; Prometheus + 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Proxy with three streams emerging: logs, metrics, traces, each going to its respective tool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vs Load Balancer - The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Reverse 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Primary job: mediate and enhance client-server communication (SSL, caching, security)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 sit in front of just ONE backend (no load balancing needed)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Load balancer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Primary job: distribute requests across MANY backends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Specifically picks which server gets each request via an algorithm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overlap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modern reverse proxies (Nginx, HAProxy, Envoy) ALSO load balance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modern L7 load balancers (ALB, Envoy) ALSO act as reverse proxies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honest answer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practice the terms blur; the same software fills both roles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distinction is conceptual: "what's its primary purpose in this deployment?"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Venn diagram - "Reverse Proxy" circle, "Load Balancer" circle, large overlap labeled "Nginx, HAProxy, Envoy, ALB"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Examples in the Wild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Nginx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popular open-source reverse proxy; powers half the internet's top sites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at HTTP, static serving, caching; config-file driven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HAProxy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+ LB heavyweight; preferred for raw performance and TCP workloads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Apache HTTPD (mod_proxy)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Older but still common; heavily used in legacy enterprise stacks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Cloudflare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Global reverse proxy as a service; DDoS protection, CDN, WAF baked 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Envoy / Traefik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cloud-native reverse proxies; great for Kubernetes and service meshes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 strip with 1-2 word descriptors of strengths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- 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Components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(browser/mobile)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-&gt; Reverse Proxy public IP (often Cloudflare or Nginx fronted)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Reverse Proxy box with: TLS termination module, cache, WAF, log/metrics export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Backend services in private subnet (web app, API, microservices)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Optional: separate static asset origin (S3) and DB cluster behind app servers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Flow labels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1: Client makes HTTPS request to `app.example.com`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2: TLS terminates at proxy; request decrypted and inspected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3: WAF rules evaluated; bad requests rejected with 403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4: Cache lookup; if hit, return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5: If miss, forward to appropriate backend (per path-based routing)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6: Backend responds; proxy may cache, then compresses and re-encrypts to client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7: Access log + metrics emitted to observability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Full architecture diagram with numbered arrows for the 7-step flow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Reverse Proxy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Added latency vs feature richness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request goes through extra processing; usually milliseconds, but it adds up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Centralization vs single point of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config to manage = nice; one outage to break everything = scary (run redundant)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freshness vs hit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Long TTLs = great hit rate, but stale data risks; short TTLs = fresh, but more backend load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SSL termination vs end-to-end encryption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Offload is faster, but internal traffic is plaintext unless you re-encrypt (mTLS)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Operational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Powerful config languages (Nginx, Envoy YAML) = power and footguns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Five mini scales similar to LB trade-offs slide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Combined Architecture - LB + Reverse Proxy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typical large web service stack (top to bottom)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/ Anycast (Route53, Cloudflare DNS)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 CDN + WAF (Cloudflare / AWS CloudFront)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L4 Load Balancer (AWS NLB) for raw TCP and DDoS resilience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L7 Load Balancer / Reverse Proxy (ALB or Nginx) for path routing, SSL,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Service mesh sidecar proxies (Envoy) for internal service-to-service calls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 servers / microservices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 each layer does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adds a specific capability; you don't need every layer for every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"Load balancer" and "reverse proxy" are roles, not products; real systems compose multiple instances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Vertical stack diagram with each layer labeled and its role annotated on the right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load balancer distributes traffic; a reverse proxy mediates and enhances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software often plays both roles - distinction is by purpose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L4 vs L7 is the most important LB choice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L4 for raw speed and non-HTTP; L7 for content-aware routing and HTTP features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Algorithm choice depends on workload shape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Round Robin for uniform; Least Connections for variable; IP Hash for stateful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run redundant LBs/proxies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thing that makes you highly available cannot itself be a single point of failure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Reverse proxies unlock SSL termination, caching, compression, security, and observability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why almost every public service has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 numbered icons representing each takeaway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start with "what kind of traffic?"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 -&gt; L7; raw TCP/UDP -&gt; L4; clarify before picking products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Justify your algorithm choice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just say "Round Robin"; explain why given the workload (uniform vs variable)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redundancy explicitly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Interviewers love hearing "active-active LBs" or "redundant proxies with failover"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Bring up health checks and connection draining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Demonstrates you've thought about the operational lifecycle, not just the happy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Differentiate reverse proxy benefits clearly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Listing SSL termination, caching, and WAF separately shows depth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real product names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"ALB for L7, NLB for L4, Nginx as reverse proxy" sounds way more credible than "a load balancer"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asked "LB or reverse proxy?"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Say "Often the same box; LB if I emphasize distribution, reverse proxy if I emphasize the proxying features"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Checklist style with green ticks next to each interview tip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LB redundancy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LB = single point of failure; always run &gt;=2 in active-active or active-passive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Using sticky sessions in modern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Anti-pattern; prefer stateless services with external session store (Redis)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Bad health checks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"/healthz returns 200 statically" -&gt; LB sends traffic to a server with a broken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exercise real dependencies in health checks (with sane timeouts)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connection draining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Causes user-facing 5xx errors during deploys and scale-in events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Mismatching SSL between LB and backend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Forgetting `X-Forwarded-Proto` -&gt; app generates HTTP redirects in HTTPS context, infinite loop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authenticated responses by mistake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Leaks private data to other users; always vary on auth cookies/headers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L7 as free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Heavy header parsing, regex routing, WAF rules add real CPU; profile and size accordingly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LB doing everything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Mixing public ingress, internal routing, and service mesh on one LB makes blast radius huge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Red triangle warnings next to each pitfall in a 2-column layout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5: Application Layer and Microservices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 - The Brains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application layer is where business logic lives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sits between the web layer (HTTP handling) and the data layer (storage)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are the modern evolution of this layer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Breaking a giant codebase into small, focused, independently deployable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section answers: how do we structure code so it scales with traffic AND with team size?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Both technical scaling and organizational scaling matter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systems we will reference: Netflix, Amazon, Uber, Airbnb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started as monoliths and evolved into microservices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Roadmap graphic showing journey from single monolith box to a constellation of microservice nodes, with milestones labeled.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the Application Layer?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application layer is the tier that executes business logic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receives parsed requests, applies rules, coordinates data, and returns results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It is distinct from the web layer (which handles HTTP, TLS, routing, auth tokens)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And distinct from the data layer (which persists state)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Think of it as the "kitchen" in a restaurant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waiter (web layer) takes orders, the kitchen (app layer) cooks, the pantry (data layer) stores ingredients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 classic 3-tier architecture: Presentation -&gt; Application -&gt;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tier has one job and can scale based on its own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horizontal layers stacked - Web Layer (top, blue), Application Layer (middle, green, highlighted), Data Layer (bottom, or...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Separate Web Layer from Application Layer?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Different layers have different bottlenecks and scaling profiles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Web layer is I/O-bound (network, TLS); app layer is CPU-bound (logic, computation)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Independent scaling lets you add capacity only where needed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100 web servers can fan out to 20 app servers if business logic is light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Independent deployment reduces blast radius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Deploying new business logic does not require restarting TLS termination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boundary: web tier is internet-facing, app tier sits behind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Compromised web server cannot directly access the database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Technology flexibility: web tier in Nginx, app tier in Java or Go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tier picks the best tool for its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- "Coupled" (single box doing everything) vs "Separated" (two boxes with independent autoscaling groups). Show diff...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Stateless vs Stateful Services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stateless service stores no client-specific data between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request contains everything the service needs to process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stateful service remembers context across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Session data, in-memory caches, user-specific state lives on the server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Stateless is the gold standard for application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Any instance can serve any request - load balancers can route freely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Stateful services have affinity requirements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Sticky sessions, consistent hashing, or external state stores become necessary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shift: move state OUT of app servers, INTO Redis, databases, or client tokens (JWT)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 code stays stateless; state lives in dedicated state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 side by side. Left: Stateful (each server has a database icon attached). Right: Stateless (servers are identical, ...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Stateless Wins for Scaling (Deep Explanation)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scaling becomes trivial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Spin up 10 more instances behind the load balancer - no special routing needed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Failures are graceful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a server dies, the next request hits another server with no data loss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Deployments are smoother (rolling updates work cleanly)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Drain traffic from one instance, restart it, return it to the pool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Auto-scaling is responsive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New instances become productive instantly, no warm-up of session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cost: every request must carry or fetch its context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Slightly more bandwidth, slightly more cache lookups - but vastly more 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Animation-style diagram showing a server crash - on left "stateful" version users get logged out, on right "stateless" version ...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Netflix Stateless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Netflix runs thousands of microservices, nearly all stateless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session data lives in EVCache (Memcached fork) and Cassandra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you press play, the request can hit any instance of the playback service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That instance fetches your watch history from a cache, computes recommendations, returns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enables Netflix to deploy thousands of times per day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Any instance can be killed without user impact (Chaos Monkey proves it)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During regional failures, traffic shifts to another AWS region instantly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Because no app server holds unique state, regional failover is just a DNS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Netflix architecture sketch - many identical stateless service instances pulling from shared Cassandra and EVCache clusters. Sh...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Horizontal vs Vertical Scaling of App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scaling (scale up): make one server bigger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More CPU, more RAM, faster disk on the same machine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scaling (scale out): add more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 medium servers instead of 1 huge server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limits: hardware ceiling, single point of failure, expensive at the top 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128-core machine costs more than 16x an 8-core machine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advantages: linear cost, fault tolerance, virtually unlimited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Lose one server out of 100? Capacity drops 1%, not 100%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Modern systems prefer horizontal scaling for app tier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 design + load balancer + autoscaling = elastic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Left side - one tall thick server labeled "Vertical: 128 cores, $$$$". Right side - row of 16 small identical servers labeled "...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Trade-offs - Vertical vs Horizontal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pros: simple, no distributed systems complexity, low latency between components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in one process - no network calls, no coordination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cons: hardware ceiling, expensive scaling curve, single point of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eventually hit the biggest box money can buy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pros: elastic, fault tolerant, cost effective at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or remove capacity in minutes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cons: requires stateless design, distributed system complexity, network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Suddenly you need service discovery, load balancing, distributed tracing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Decision rule: start vertical for simplicity, go horizontal when you hit limits or need HA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production systems eventually go horizontal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- "Single point of failure acceptable?" -&gt; "Need &gt;1 server's capacity?" -&gt; "Cost matters?" leading to vertical or...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Single Responsibility Principle at System Level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SRP at code level: a class should have one reason to change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 system level: a service should own one business capability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service has a clear, narrow purpose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"Payments service" handles payments - not user profiles, not search, not email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makes the system understandable, testable, and changeable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piece can be reasoned about in isolation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It mirrors organizational structure (Conway's Law)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team owns one service that owns one capability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opposite is the "god service" or monolith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huge service that does everything and breaks every time anyone touches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diagram - Left: one large blob labeled "Order/User/Payment/Inventory/Email". Right: clean separated boxes - "Order S...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- What They Are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= an architectural style where applications are built as a suite of small, independently deployable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service runs in its own process and communicates over the network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service is built around a business capability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Owned end-to-end by one team, deployed independently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Contrast with monolith: one codebase, one deployable, shared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Monolith = one giant application doing everything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Analogy: microservices are like specialized departments in a company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HR, Finance, Sales, Engineering each have their own staff, processes, and tools, but coordinate to deliver the company's products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just smaller code - it is about ownership, deployment, and runtime independence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Code structure alone (modular monolith) is not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Left side - a single box labeled "Monolith" containing many features stacked together. Right side - a network of small connecte...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Benefits of Microservices (Deep Explanation - Part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Independent deployment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Push the payments service at 3pm without redeploying the entire platform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Fault isolation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recommendations service crashes, checkout still works (graceful degradation)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Technology diversity ("polyglot" architecture)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Python for ML services, Go for high-throughput APIs, Java for legacy integration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Team autonomy and parallel development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50 teams can ship 50 features in parallel without merge conflicts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Independent scaling per service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Scale the search service to 1000 instances, keep email service at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Five icon-bullet rows. Each icon paired with a benefit. Use a deployment rocket, a fire-shield, a polyglot speech bubble (multi...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Benefits of Microservices (Deep Explanation - Part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Easier onboarding for new engineers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new hire learns one service (10K lines), not the entire monolith (10M lines)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Clearer ownership and accountability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"Who owns checkout latency?" has a clear answer - the checkout team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Reusability across products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Auth service serves the website, mobile app, partner APIs, internal tools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Better resilience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Circuit breakers, retries, bulkheads work cleanly at service boundaries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Aligns with cloud-native infrastructure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Containers, Kubernetes, serverless all assume small, independent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Org chart morphed with service architecture - team boxes mapped 1:1 to service boxes, showing Conway's Law alignment.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Amazon's Service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2002: Jeff Bezos issued the famous "API mandate"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teams must expose data and functionality through service interfaces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Result: thousands of services, each owned by a "two-pizza team" (small enough to feed with two pizzas)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Order service, Inventory service, Recommendation service, Pricing service, etc.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service is independently deployed and scaled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Amazon deploys code every 11.7 seconds on average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enabled AWS itself to be born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Internal services were so well-defined they could be sold externally as products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lesson: microservices enabled both engineering speed AND new business models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Architecture is strategy, not just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Amazon services constellation diagram with key services labeled. Side note showing "11.7 seconds between deployments" stat. Sma...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Uber's Microservices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2014: Uber had a monolith called "core-services" - one Python codebase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Hard to deploy, slow tests, every change risked breaking everything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They migrated to ~2,200 microservices over several years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Trip service, dispatch service, pricing/surge service, payments, notifications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city-team and product-team could ship independently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Surge pricing changes did not require coordinating with the payments team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downside: they eventually had too many services - "microservice sprawl"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Now they consolidate where it makes sense (the pendulum swings back)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Lesson: microservices are powerful but have an optimal granularity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Too few = monolith problems, too many = operational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graphic - 2014 (one big box "core-services"), 2018 (cloud of ~2200 small services), 2022 (consolidated medium-sized cl...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Trade-offs - Network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Every service call is now a network call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In-process method call (~nanoseconds) becomes RPC (~milliseconds)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Network is unreliable: timeouts, retries, partial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8 fallacies of distributed computing apply with full force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Cascading failures become possible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Service A waits for B which waits for C - if C is slow, A times out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Mitigations: circuit breakers, timeouts, bulkheads, retries with jitter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patterns are mandatory, not optional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Operational tools required: distributed tracing (Jaeger, Zipkin), centralized logging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debug what you cannot see across service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Diagram showing a request flowing through 5 services with latency annotations. Highlight one slow service causing cascade failu...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Trade-offs - Data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 a monolith, transactions span the entire business operation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"Place order" and "decrement inventory" happen in one ACID transaction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 microservices, each service owns its database - no shared transactions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ROLLBACK across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Solutions are eventual consistency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Sagas (compensating transactions), event sourcing, outbox pattern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Saga pattern: a sequence of local transactions with compensating actions on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Reserve inventory -&gt; charge card -&gt; if charge fails, release inventory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is hard - distributed data consistency is one of the toughest problems in software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Many bugs in microservices systems trace back to consistency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flows side by side. Left: "Monolith" - single transaction box with inventory + payment inside. Right: "Microservices Saga" ...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Trade-offs - Operational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monolith deploy = one CI pipeline, one rollback button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200 microservices = 200 pipelines, 200 dashboards, 200 on-call runbooks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Observability becomes critical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Logs, metrics, traces must be correlated across services (correlation IDs everywhere)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contracts must be versioned and backward-compatible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Breaking the user service breaks every consumer of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Local development is harder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Running 50 services on a laptop requires Docker Compose, mocks, or shared dev clusters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tooling tax is real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Companies build platform engineering teams just to manage this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Operational complexity graph - X-axis is number of services, Y-axis is operational overhead. Steep curve showing exponential gr...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Service Discovery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Problem: Service A needs to call Service B - but B's IP and port can change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Containers come and go, autoscaling adds/removes instances, deployments shuffle hosts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discovery = the mechanism by which services find each other dynamically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"Where is the payments service right now?" answered at runtime, not compile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main patterns: client-side discovery and server-side discovery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 in WHO knows about the registry of healthy instances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service registries: Consul, etcd, ZooKeeper, Eureka, Kubernetes DNS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Plus cloud-native: AWS Cloud Map, Service Connect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Health checks are essential - registry only returns healthy instances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Periodic pings ensure dead instances are removed quickly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Central "Service Registry" box. Multiple service instances registering themselves. Caller queries registry to find available in...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Client-Side vs Server-Side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Client-side discovery: caller queries registry directly, picks an instance, calls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Caller is "smart" - it has discovery logic and load balancing built 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Examples: Netflix Eureka + Ribbon, Consul with smart clients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Server-side discovery: caller hits a load balancer, which queries the registry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Caller is "dumb" - just calls a known endpoint, LB handles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Examples: AWS ELB, Kubernetes Service (kube-proxy), Nginx with upstream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Client-side pros: fewer hops, more flexible routing logic, no LB single point of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each language needs a discovery client library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Server-side pros: language-agnostic, simpler clients, centralized policy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extra network hop, LB itself becomes critical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 stacked. Top "Client-Side": Caller talks to Registry, then directly to Service. Bottom "Server-Side": Caller talks...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API Gateway Pattern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Problem: clients (mobile, web, partners) need to talk to many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a gateway: clients need to know all service endpoints, handle auth, retries, etc.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API Gateway = single entry point for all client requests, routing to backend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Sits at the edge of the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Responsibilities: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Routing, authentication, rate limiting, request/response transformation, caching, logging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Kong, AWS API Gateway, Apigee, Netflix Zuul, Envoy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alternative: BFF (Backend for Frontend) - one gateway per client type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Hides internal architecture from clients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refactor microservices without breaking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Funnel diagram - many clients (mobile, web, IoT, partners) on the left, single API Gateway in middle, many microservices on the...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API Gateway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Cross-cutting concerns are handled in one place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Auth (verify JWT once at the gateway, pass user context downstream)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Rate limiting (per-user, per-API quotas)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SSL/TLS termination (one cert at the edge instead of per-service)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Request aggregation reduces chattiness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Mobile asks for "home page data" - gateway calls 5 services and combines responses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Protocol translation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External REST/GraphQL, internal gRPC - gateway bridges the two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Caution: gateway can become a bottleneck or single point of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multiple gateway instances behind a load balancer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Caution: avoid putting business logic in the gateway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Gateways should be thin - logic belongs in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Annotated gateway box showing concerns inside (Auth, Rate Limit, TLS, Aggregation, Caching, Logging). Warning labels around it:...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Inter-Service Communication - Synchronous (REST, gRPC)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= caller blocks until response arrives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Request-response model, immediate feedback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over HTTP: ubiquitous, human-readable, easy to debug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Good for external APIs, simple internal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JSON payload, URL-based routing, standard verbs (GET, POST, PUT, DELETE)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gRPC: high-performance binary protocol over HTTP/2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Protocol Buffers for schemas, code generation in many languages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5-10x faster than JSON/REST for internal traffic, supports streaming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sync when caller NEEDS the response to continue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"Get user profile", "validate payment", "check inventory"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Risks: latency adds up, failures cascade, tight coupling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sync call increases tail latency and failure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table - REST vs gRPC across columns: Format (JSON vs Protobuf), Transport (HTTP/1.1 vs HTTP/2), Speed, Streaming Sup...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Inter-Service Communication - Asynchronous (Events/Queues)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Asynchronous = caller does not wait, communication happens via messages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 publishes a message, consumer processes it later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Patterns: message queues (RabbitMQ, SQS), event streams (Kafka, Kinesis), pub/sub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Decouples producers from consumers in time and space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async when: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Action does not need immediate response (send email, update analytics)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want to broadcast to many consumers (event-driven architecture)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buffering against load spikes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Benefits: resilience, scalability, natural retry handling, loose coupling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 does not care if consumer is up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Trade-offs: eventual consistency, harder to reason about, debugging is harder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"Did my message get processed?" requires tracing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Producer service publishing to a Kafka/Queue icon, multiple consumer services pulling from it independently. Show timestamp dif...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Sync vs Async - Choosing the Right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 when: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an immediate answer to proceed (read paths, validations)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 request/response semantics fit naturally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 budgets allow the chained calls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when: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Fire-and-forget actions (notifications, analytics, audit logs)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Workflows that span multiple services or take time (saga, batch processing)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to absorb traffic spikes (queues smooth the load)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systems mix both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Checkout flow: sync calls for inventory + payment, async events for shipping + email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Rule of thumb: minimize sync hops, prefer async for everything that does not block the user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sync hop is a reliability 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flowchart - "Need immediate answer?" -&gt; Yes (Sync) / No (Async). Branch with "Spike protection?" / "Many consumers?" -...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Data Isolation Principle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microservice owns its database - no other service may access it directly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"Database per service" is one of the core microservices rules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Why? Sharing a database recreates the monolith's coupling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Schema changes ripple across services, transactions span services, ownership blurs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Access only through the service's API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Want order data? Call the Order service - do not query the orders table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enables independent schema evolution, technology choice, and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Order service uses Postgres, Search service uses Elasticsearch, Cart uses Redis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Cost: data duplication and eventual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Multiple services may keep their own view of "user" - kept in sync via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Each service in its own bounded context with its own database icon. Red X over an arrow showing one service trying to access an...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Netflix Data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Netflix has hundreds of services, each with its own data store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profile (Cassandra), Viewing history (Cassandra), Recommendations (multiple)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new feature like "skip intro" is a new service with its own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Created without touching the user service or the playback service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Cross-service data needs are handled via events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you finish a show, an event is published; analytics, recommendations, billing all consume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isolation is what enables 1000s of deploys per day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team blocks on another team's database migration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Lesson: data ownership boundaries are the most important boundaries in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 this wrong, and the architecture collapses back into a distributed monolith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Netflix services map showing each service with its own DB. A "viewing complete" event flowing to multiple consumers (recs, bill...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Architecture Diagram (Putting It Together)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Layered view of a typical microservices system: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Edge: CDN -&gt; Load Balancer -&gt; API Gateway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Services: dozens of small services, each with own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Communication: sync (gRPC/REST) for queries, async (Kafka) for events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Cross-cutting: service registry, distributed tracing, centralized logging, metrics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service has identical operational shape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Health endpoint, metrics endpoint, structured logs, container image, autoscaling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Platform layer abstracts infrastructure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Kubernetes runs everything, service mesh handles network concerns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Observability stack ties it all together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traces and dashboards, you cannot understand 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Full architecture diagram - top: clients; second row: CDN + LB + Gateway; third row: ~6 representative services with their DBs;...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Microservices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Gains: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Independent deployment, fault isolation, technology diversity, team autonomy, scalability per service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Costs: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Network complexity, distributed data consistency, operational overhead, debugging difficulty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Hidden costs: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Need for platform team, observability tooling, on-call rotation per service, distributed system expertise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famous quote: "Microservices give you a distributed system - and distributed systems are hard"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Martin Fowler's MicroservicePremium concept: only worth it past a certain scale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are a tool, not a goal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goal is independent teams shipping value - microservices are one way to enable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Two-column scorecard - Gains (green checkmarks) vs Costs (red warnings). Bottom: scale slider showing "Small team/Simple produc...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Monolith vs Microservices - When to Use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monolith when: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Small team (under ~20 engineers), early-stage product, unclear domain boundaries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Need fast iteration without distributed systems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transactional consistency requirements across the domain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microservices when: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Multiple teams need to deploy independently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parts of the system have very different scaling needs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have the operational maturity (CI/CD, monitoring, on-call)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Modular monolith is often the right middle ground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deploy, but well-bounded modules with clear interfaces - easy to extract later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 NOT choose microservices because: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is trendy, your favorite blog post said so, or you are pre-product-market-fit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Premature decomposition is one of the most common architecture mistakes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matrix - X-axis: Team size (small to large), Y-axis: Domain complexity (simple to complex). Quadrants labeled with rec...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Migration Path - Start Monolith, Extract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Almost every successful microservices system started as a monolith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Amazon, Netflix, Uber, Airbnb all began as single applications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Reasons to start monolithic: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Domain is unclear early - drawing service boundaries prematurely is wrong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deploy = fast iteration during product-market fit search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Less infrastructure investment up front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Once the monolith hurts, extract services around pain points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Slow deploys, deployment risk, scaling bottlenecks, team friction = signals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Extract along clear bounded contexts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slice arbitrarily - find natural seams in the domain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Done correctly, this is evolutionary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Architecture grows with the business, not ahead of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graphic - Year 1: Monolith. Year 3: Monolith + 1-2 extracted services. Year 5: Monolith shrinking, ~10 services. Year ...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Strangler Fig Pattern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Named after the strangler fig vine that gradually grows around a tree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Eventually replacing the tree entirely while leaving the original shape intact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Pattern: incrementally replace pieces of a legacy monolith with new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Route traffic for specific functionality to the new service while monolith handles the rest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Identify a slice of functionality (e.g., user authentication)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Build a new service that handles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a routing layer (gateway/proxy) to direct traffic to the new service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Once stable, remove that code from the monolith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Repeat until monolith is "strangled"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Benefits: low risk, incremental, no big-bang rewrite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always roll back by routing traffic back to the monolith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Three-panel evolution diagram. Panel 1: Monolith with feature highlighted. Panel 2: Gateway routes feature to new service, rest...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Amazon's Strangler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Amazon's monolith "Obidos" handled the original Amazon.com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early 2000s, it became the bottleneck slowing all teams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They didn't do a big-bang rewrite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new feature was built as a new service; old features were extracted one by one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API mandate forced every team to expose service interfaces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made strangling possible - the rest of the system could call services without caring if they were inside or outside the monolith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Took years, but resulted in: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Thousands of services, two-pizza teams, AWS as a side effect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Lesson: incremental beats revolutionary when the system is critical to the business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cannot stop deliveries to rebuild the truck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"Obidos" monolith shrinking over time across multiple stages, with extracted services blooming outward. AWS logo emerging at th...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Service Mesh (Concept 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Problem: as you add more microservices, every service needs the same cross-cutting features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Retries, timeouts, mTLS, traffic shaping, observability, circuit breaking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a mesh: each service implements these in its own code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languages = different libraries = inconsistent behavior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Mesh = a dedicated infrastructure layer that handles service-to-service communication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Implemented as sidecar proxies (one per service instance) controlled by a central control plane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application code is unaware of the mesh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Mesh handles networking; service just makes a local call to its sidecar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Istio, Linkerd, Consul Connect, AWS App Mesh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built on Envoy proxy or similar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services each with a small "sidecar proxy" attached. Arrows show service -&gt; own sidecar -&gt; other sidecar -&gt; other service. ...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Service Mesh - Why It Exists and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exists: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Standardize networking, security, and observability across all services regardless of language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Centralized policy (mTLS everywhere, rate limits, traffic splits for canary deploys)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Capabilities: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mTLS encryption between services (zero-trust networking)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Traffic management (canary, blue/green, A/B routing)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Resilience (retries, timeouts, circuit breakers) without code changes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Observability (every call is traced and metered automatically)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Trade-offs: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Operational complexity - the mesh itself is non-trivial to run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 overhead from sidecar (~1-5ms per hop)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Steep learning curve, especially for Istio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when: you have many services in many languages and need consistent policy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use for: small systems with a handful of services - it is overkill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Pros/Cons split. Left: list of mesh capabilities (lock icon for mTLS, traffic split icon, retry icon, eye icon for observabilit...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Example - Lyft and Envoy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Lyft built Envoy proxy in 2016 as their service mesh data plane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problem we discussed: inconsistent networking across hundreds of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Envoy gave them: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Uniform observability across Python, Go, Java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Automatic retries and circuit breaking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Zero-trust mTLS between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Envoy is now the industry standard sidecar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Powers Istio, AWS App Mesh, Consul Connect, and many others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Lesson: service mesh patterns came from real operational pain at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 if you don't adopt a full mesh, you should know what problems it solves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Lyft logo with diagram of their service mesh. Envoy proxy logo prominently shown. Arrows pointing to other tools that use Envoy...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Separate web, application, and data layers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scales independently and has different bottleneck profiles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Make application servers stateless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Move state to dedicated stores (Redis, DBs, JWTs); horizontal scaling becomes trivial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= independent deployability + business-capability ownership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Not just smaller code - it is about teams, deployment, and runtime independence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are a trade-off, not a free win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exchange code complexity for operational and distributed-system complexity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Start monolithic, extract services along bounded contexts as pain emerges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the Strangler pattern for safe incremental migration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discovery, API gateways, and async messaging are the connective tissue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Service mesh is the heavy-duty option for large polyglot fleets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Six numbered takeaway cards in a 2x3 grid, each with an icon and one-line summary. Use a "cheat sheet" visual style.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ask about scale before recommending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"What is the team size? Traffic? Deployment frequency?" determines the right answer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 ready to articulate trade-offs in both directions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Microservices are not always better - interviewers want nuance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the magic phrase: "It depends on the bounded contexts"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Shows you understand domain-driven design and service boundaries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specific real-world systems to anchor your reasoning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"Like how Netflix moved playback to a stateless service backed by Cassandra..."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Discuss data ownership early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"Each service owns its data" - this signals senior-level thinking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Talk about evolution and migration, not just end-state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 you understand strangler pattern, modular monolith, gradual extraction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inter-service communication, justify sync vs async based on the use case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default to one - explain the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chat bubble illustration with key phrases highlighted. Stopwatch icon emphasizing "ask before answering". Bullet list...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monolith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Microservices that must be deployed together = worst of both worlds (slow + complex)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Premature decomposition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Splitting into services before domain boundaries are clear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Shared databases across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Recreates monolith coupling at the database level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chains too deep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-&gt; B -&gt; C -&gt; D -&gt; E means cumulative latency and failure probability multiply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data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Assuming distributed transactions exist (they don't, practically)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observability before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will be flying blind; always invest in tracing/logging/metrics first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for resume-driven development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choose architectures to look fancy - choose them to solve actual problems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microservices as a goal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goal is shipping value safely; microservices are one means to that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Eight warning signs (red triangle icons) each with a one-line pitfall. Title "Avoid These Traps". Use cautionary visual style w...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Summary - Application Layer and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application layer carries business logic and is the heart of system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Stateless, horizontally scalable services are the modern default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Microservices enable team and technical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 the cost of distributed-system complexity that you must engineer for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architecture based on team size, domain clarity, and operational maturity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Not on trends, blog posts, or perceived prestige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Start with a monolith or modular monolith, evolve toward microservices when pain demands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Strangler pattern is your friend during migration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 the connective tissue: service discovery, API gateways, async messaging, service mesh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patterns repeat across every microservices system you will ever see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Up next: Section 6 - Communication and APIs (REST, GraphQL, gRPC, WebSockets)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Recap infographic - 3 layers (Web, App, Data) at top, microservices constellation in middle, key patterns (gateway, mesh, disco...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6: Databases — RDBMS and NoSQL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 — Why Databases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database is the system's memory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is the single most important component for correctness, durability, and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Choice of database shapes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Schema model, scaling strategy, and consistency guarantees ripple through every service.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dominant families: RDBMS and NoSQL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RDBMS = structured, relational, ACID; NoSQL = flexible, distributed, BASE.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systems use both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Polyglot persistence: pick the right tool for each workload (orders in Postgres, feed in Cassandra).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section covers RDBMS, NoSQL types, SQL vs NoSQL, and scaling techniques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 trade-offs, examples, and interview-ready framing.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Split-screen graphic — left half shows a structured spreadsheet labeled "RDBMS", right half shows a JSON document, key-value pa...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1: Relational Databases (RDBMS)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an RDBMS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stored in tables (rows and columns)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table is a 2D structure where each row is a record and each column is a typed attribute.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Strict schema enforced before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row in a table conforms to the same column definitions and data types.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Relationships expressed via foreign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table references another's primary key, modeling 1:1, 1:N, and N:M relationships.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Manipulated using SQL (Structured Query Language)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Declarative: you describe what you want, not how to fetch 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PostgreSQL, MySQL, Oracle, SQL Server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Decades of maturity, tooling, and ecosystem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tables side by side. Users(id, name, email) connected by a foreign key arrow to Orders(order_id, user_id, total). Highlight...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RDBMS Deep Dive — Tables, Keys, and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Primary key uniquely identifies a row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Typically an auto-incrementing integer or UUID; enforces uniqueness and indexes by default.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Foreign key enforces referential integrity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Database refuses to insert an Order with a user_id that does not exist in Users.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Normalization eliminates redundancy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Splitting data across tables (3NF) so each fact lives in exactly one place.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Joins reassemble normalized data at query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INNER, LEFT, RIGHT, FULL — the cost of normalization is paid on reads.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Constraints encode business rules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NOT NULL, UNIQUE, CHECK, DEFAULT — the database becomes a guardian of data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ER diagram with three boxes — Users, Orders, Products — and a junction table OrderItems linking Orders to Products (N:M). Label...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ACID Properties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ACID is the contract that makes RDBMS trustworthy for money, inventory, and identity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Four guarantees that hold even when crashes, conflicts, or concurrency happen.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— Atomicity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operations in a transaction succeed together, or none of them do. No half-states.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 —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database moves from one valid state to another; constraints are never violated.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 — Isolation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Concurrent transactions appear to run one at a time; intermediate states are hidden.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 — Durability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Once committed, data survives crashes, power loss, and reboots (written to disk/WAL).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Four-quadrant graphic. Each quadrant shows a letter (A, C, I, D) with a small icon — a chain link, a checkmark, two parallel ar...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ACID Deep Dive — The Bank Transfer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Classic example: transfer $100 from Alice to Bob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 operations: debit Alice (-$100), credit Bob (+$100). Both must succeed.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Atomicity in 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credit to Bob fails after debiting Alice, the debit is rolled back. No money lost.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Consistency in 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Total money in the system before and after the transfer is identical. Sum invariant preserved.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Isolation in 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second transaction reading Alice's balance mid-transfer sees either the old or new value, never an in-between.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Durability in 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After the transfer commits and the bank's server crashes, the transfer is still recorded on restart.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Four-panel comic. Panel 1: Alice $500, Bob $200. Panel 2: Atomicity (-100/+100 atomic). Panel 3: Crash icon. Panel 4: Reboot, A...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When to Use RDBMS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Structured data with stable schema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profiles, orders, financial records — entities that don't change shape weekly.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Complex queries with joins and aggregations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"Total revenue per region per month for top-10 products" — SQL excels here.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 transactional guarantees needed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Banking, e-commerce checkout, inventory, ticketing — anywhere correctness &gt;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Reporting, analytics, and ad hoc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SQL is the lingua franca of analysts and BI tools.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Moderate scale (thousands to low millions of QPS with tuning)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well-tuned Postgres handles enormous workloads before you need to shard.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flowchart — "Need ACID transactions? -&gt; Yes -&gt; RDBMS. Schema stable? -&gt; Yes -&gt; RDBMS. Complex joins? -&gt; Yes -&gt; RDBMS."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Indexes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 index is an auxiliary data structure that accelerates lookups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Like the index in the back of a book — find a topic without reading every page.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Most common: B-tree index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Balanced tree that keeps lookup, insert, and delete at O(log n).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index: full table scan O(n)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Database reads every row to find a match — fine for small tables, fatal at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 index: O(log n) lookup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 billion rows? ~30 comparisons instead of 1 billion.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Indexes are not free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consume disk, slow down writes, and need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 side by side. Left: linear scan through 1B rows (red, slow). Right: B-tree with 4 levels reaching the same row (gr...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B-Tree Index —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Self-balancing tree with sorted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node holds many keys (high fan-out), keeping the tree shallow even for billions of rows.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Reads traverse from root to leaf in O(log 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4–5 disk reads typically reach any row in a multi-billion-row table.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Range queries are fast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Leaves are linked in sorted order — "WHERE age BETWEEN 25 AND 35" walks adjacent leaves.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Writes must update the index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INSERT/UPDATE/DELETE rebalances the tree — extra cost on writes.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Multiple indexes per table possible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index is its own structure; more indexes = faster reads, slower writes, more disk.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B-tree diagram. Root node with 3 keys, internal nodes branching out, leaf nodes at the bottom linked left-to-right with horizon...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Indexes — Read vs Write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Reads: indexes turn O(n) into O(log 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Massive speedup for SELECT, especially with WHERE, JOIN, and ORDER BY.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Writes: every modification updates every relevant index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INSERT into a table with 5 indexes = 6 disk operations (1 table + 5 indexes).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Storage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Indexes can occupy 10–50% of table size; sometimes more than the data itself.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Index only what you query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index every column "just in case" — measure first, then add.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Composite indexes for multi-column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INDEX(country, city) speeds up WHERE country='US' AND city='NYC' but not WHERE city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Seesaw diagram. One side labeled "Read speed" with a green up arrow, other side "Write speed" with a red down arrow. Indexes si...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Query Optimization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query planner translates SQL into an execution plan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each query, the database picks join order, index usage, and scan strategy.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EXPLAIN reveals the plan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`EXPLAIN ANALYZE SELECT ...` shows estimated and actual cost, rows, and operations.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Watch for full table scans on large tables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"Seq Scan" on millions of rows = missing index or non-sargable predicate.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Avoid SELECT *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Fetching unused columns wastes I/O, memory, and network.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Statistics drive the planner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ANALYZE periodically so the planner knows row counts and value distributions.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Screenshot mockup of EXPLAIN output showing nodes — Hash Join, Index Scan, Seq Scan — with cost annotations. Highlight a "Seq S...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RDBMS Examples in the Wild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PostgreSQL — the Swiss Army knife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Open source, ACID, JSON support, extensions (PostGIS, pg_trgm), strong concurrency (MVCC).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MySQL — the web's workhorse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Powers WordPress, half the internet's CMS layer; fast, simple, well-known.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Oracle — the enterprise heavyweight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Decades in banks, telecoms, governments; rich feature set, expensive licensing.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 Server — the Microsoft stack pick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Tight integration with .NET, Windows, and Azure; strong tooling.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SQLite — the embedded champion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Single-file database in your phone, browser, OS. Most-deployed database on Earth.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 grid of the five databases with one-line descriptors under each.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RDBMS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 consistency, mature tooling, declarative SQL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Decades of optimization, books, and battle-tested patterns.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Rigid schema slows iteration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a column to a 1B-row table can lock the table for hours without care.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Vertical scaling is the easy 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Bigger CPU, more RAM, faster SSD — but there's a ceiling and it's expensive.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Horizontal scaling (sharding) is hard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Distributing joins and transactions across nodes is genuinely difficult.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Best fit: structured, transactional, query-heavy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Banking, ERP, CRM, e-commerce checkout,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Pros/Cons table — left column green check icons (ACID, SQL, joins, mature), right column red X icons (rigid schema, vertical sc...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2: NoSQL Databases — Types Deep Dive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NoSQL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"Not Only SQL" — a family, not a single technology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Born from Web 2.0 needs: massive scale, flexible schemas, distributed by default.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Four main types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Key-Value, Document, Wide Column, Graph — each with different data models and use cases.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Designed for horizontal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 data across many cheap machines instead of one expensive one.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 strict ACID for flexibility and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NoSQL systems offer BASE (eventual consistency) by default.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Schema-less or schema-flexible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need to ALTER TABLE before adding a new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Four-quadrant grid — top-left Key-Value (Redis), top-right Document (MongoDB), bottom-left Wide Column (Cassandra), bottom-righ...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Key-Value Stores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Simplest data model: a giant distributed hash map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give it a key, it gives you a value. That's 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Operations are O(1) average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GET, SET, DELETE — predictable, blazing-fast latency (sub-millisecond).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Values are opaque to the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Could be a string, JSON blob, image bytes — the store doesn't care.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queries, joins, or filtering on values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either know the key, or you don't find the data.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Redis, Memcached, DynamoDB, Riak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as caches, session stores, leaderboards, rate limiters.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Hash table diagram — keys ("user:123", "session:abc", "cart:7") on the left, opaque values on the right, arrows connecting them.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Key-Value Stores — Use Cases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layer in front of slower databases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 caches hot user profiles; cache hit avoids hitting Postgres.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Session storage for web apps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Store login session by session ID; fast lookup on every request.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Real-time leaderboards and counters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 sorted sets rank millions of players in microseconds.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Shopping cart and shopping-session state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Per-user data, no relational joins needed.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DynamoDB at Amazon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Powers Amazon.com's catalog and orders pipeline; predictable single-digit-ms latency at any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Architecture diagram — App server -&gt; Redis (cache) -&gt; Postgres (source of truth). Show 95% of reads hitting Redis, 5% missing t...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Document Stores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stored as self-contained documents (typically JSON/BSON)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document is a flexible, nested record — no fixed schema across documents.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Documents grouped into collections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Like tables, but documents in the same collection can have different fields.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Rich queries on document fields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Unlike key-value, you can query nested fields, arrays, and ranges.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Indexes on any field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Including nested paths like `address.city` or `tags.0`.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MongoDB, CouchDB, Amazon DocumentDB, Firestore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Ideal when entities are naturally hierarchical (a blog post with comments embedded).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JSON document for a "blog_post" with nested comments array and tags array. Show how this would map to 3 tables in RDBMS (Post...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Document Stores — Use Cases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Content management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Articles with varying fields (image, video, gallery) fit naturally as documents.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User profiles with evolving fields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"preferences.dark_mode" doesn't require a migration.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Product catalogs with diverse attributes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shoe has size and color; a laptop has CPU and RAM — same collection, different fields.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 logging and IoT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Documents with timestamps and sensor readings, schema evolves as new sensors come online.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MongoDB at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The New York Times, eBay, Cisco — millions of documents, sharded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MongoDB collection illustration with three documents — a shoe, a laptop, a book — each with different fields, all in one "produ...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Wide Column Stores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stored as rows where each row can have a flexible set of columns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Think "table" but each row picks its own columns; columns are sparse.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Organized into column families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column family groups related columns physically together on disk.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Optimized for massive write throughput and time-series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Append-friendly storage (LSM trees) — millions of writes per second per node.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Queries by row key are fast; cross-row scans are slower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Designed for predictable access patterns, not ad hoc joins.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Apache Cassandra, HBase, ScyllaDB, Google Bigtable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backbone of many internet-scale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Wide-column table illustration. Row keys on the left ("user:123"), then two column families (PersonalInfo: name, email) and (Ac...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Column Families — Going Deeper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column family is a container for related columns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Stored together on disk, accessed together — analogous to a "vertical partition".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row may have any subset of columns within a family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Sparse rows are normal — no NULL bloat for missing columns.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Read/write paths are tuned per family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compression, caching, and TTLs per family.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Wide rows can have millions of columns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Time-series: row = sensor_id, columns = timestamps -&gt; readings.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Cassandra's keyspace -&gt; table -&gt; partition -&gt; row -&gt; columns hierarchy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Partition key determines which node owns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Diagram of a sensor wide row. Row key "sensor_42" with thousands of columns named by timestamp ("2026-04-28T10:00", "2026-04-28...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Wide Column Stores — Use Cases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Time-series data and IoT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Sensor readings, metrics, logs — billions of writes, queried by time range.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Messaging and activity feeds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WhatsApp, Discord, Instagram store messages and events at massive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Recommendation systems' feature stores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Pre-computed features per user, retrieved by user ID in microseconds.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Cassandra at Netflix and Discord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Discord migrated trillions of messages from MongoDB to Cassandra to ScyllaDB.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HBase at Facebook (Messenger)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Stores conversations and search indexes; pairs with Hadoop.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Architecture diagram — IoT devices -&gt; Kafka -&gt; Cassandra cluster (5 nodes) -&gt; dashboard reading recent metrics by time range.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 Databases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modeled as nodes (entities) and edges (relationships)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node and edge can have properties (key-value pairs).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Relationships are first-class citizens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Traversing an edge is O(1) — no join cost regardless of graph size.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Query language: Cypher (Neo4j), Gremlin, GQL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"MATCH (a:Person)-[:FRIEND]-&gt;(b:Person) WHERE a.name='Alice' RETURN b"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Excels at multi-hop relationship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"Friends of friends who like jazz and live in Berlin" — a nightmare in SQL, trivial in graph.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Neo4j, Amazon Neptune, JanusGraph, ArangoDB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wherever connection patterns matter more than entities themselves.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Graph illustration — circles for People, lines labeled "FRIEND", "LIKES", "LIVES_IN", connecting to Bands, Cities. Highlight a ...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 Databases — Use Cases and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Social networks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Friends-of-friends, mutual connections, network analysis (LinkedIn, Facebook).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Recommendation engines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"Customers who bought X also bought Y" — collaborative filtering as graph traversal.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Fraud detection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Detect rings of accounts sharing devices, addresses, or payment methods.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Knowledge graphs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Google Knowledge Graph, Wikidata — entities and relationships powering search.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Network and IT operations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Map dependencies between services, hosts, and incidents for root-cause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Fraud-detection graph — multiple "Account" nodes connecting to a single "Device" node and "Address" node, highlighting suspicio...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NoSQL Trade-offs Across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Key-Value: ultimate speed, minimal querying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sacrifice query power for raw latency and throughput.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Document: schema flexibility with rich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harder to enforce cross-document consistency.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Wide Column: massive write throughput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must design tables around access patterns up front.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Graph: relationship traversal is cheap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not ideal for bulk analytics or simple key lookups.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NoSQL type does everything well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based on dominant access pattern, not hype.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Radar chart with axes — Read Speed, Write Speed, Schema Flexibility, Query Power, Relationship Depth. Each NoSQL type drawn as ...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3: SQL vs NoSQL — When to Use Which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vs NoSQL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a war, a toolkit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systems use both; the question is which fits a given workload.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Five lenses to compare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Schema, scale, consistency, query complexity, and ecosystem maturity.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SQL's home turf: structured, transactional, complex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Joins, aggregations, ACID — when correctness matters.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NoSQL's home turf: massive scale, flexible schemas, simple access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Horizontal scaling, eventual consistency, document/graph shapes.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right answer is usually "it depends" — and often "both"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Polyglot persistence is the modern default at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— "SQL strengths" (consistency, joins, mature tooling) vs "NoSQL strengths" (scale, schema flexibility, distributed...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Schema Flexibility — SQL vs NoSQL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SQL: schema-on-write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Define columns and types up front; every row must match.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Adding a column requires migration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ALTER TABLE on a billion-row table can lock or take hours; tools like pt-online-schema-change help.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NoSQL: schema-on-read (mostly)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Documents/columns can vary; the application interprets the shape.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 wins for evolving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Startups iterating on product ideas; user-generated content with unknown future fields.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But schema-less is not free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still need discipline — otherwise you get inconsistent, undocumented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database icons. SQL: locked box with rigid columns. NoSQL: open box with flexible documents of varying shapes.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Scale — Vertical vs Horizontal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SQL: vertical scaling first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Bigger box (more CPU, RAM, SSD). Simple, but ceiling and cost grow non-linearly.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 horizontal scaling: read replicas, then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replicas easy; sharding hard because of joins and cross-shard transactions.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NoSQL: horizontal scaling by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 data across many cheap nodes; scale by adding more.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 handles billions of rows and millions of QPS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Cassandra, DynamoDB, Bigtable run at petabyte scale routinely.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distributed = more complexity (consistency, network failures)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inherit CAP theorem realities (covered earlier in the deck).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Left side — one giant beefy server (vertical). Right side — many small servers in a row (horizontal). Cost/scale curves below, ...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Consistency — ACID vs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SQL: ACID (Atomicity, Consistency, Isolation, Durability)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Strong, immediate consistency — every read sees the latest committed write.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NoSQL: 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Basically Available, Soft state, Eventual consistency.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 — Basically Available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system always responds (maybe with stale data), preferring availability over correctness.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 — Soft state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 state may be in flux; the system doesn't guarantee instantaneous synchronization.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 — Eventual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Given no new writes, all replicas converge to the same value eventually (milliseconds to seconds).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boxes side by side. ACID box with a strict checkmark icon and "instant correctness". BASE box with three replica circles sl...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Query Complexity — SQL Joins vs NoSQL Access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SQL: declarative, optimizer-driven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say what you want; the planner figures out the best execution.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Joins, aggregations, subqueries, window functions are first-class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"Top 10 products by revenue per region this quarter" is a one-liner in SQL.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NoSQL: model around access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design the schema for the queries you'll run; ad hoc queries are painful.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Most NoSQL stores have no joins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denormalize and embed, or join in application code.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analytics and BI: SQL still dominates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 NoSQL ecosystems rely on SQL layers (Presto, Athena, Spark SQL) for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side-by-side queries. Left: SQL with INNER JOINs across 4 tables. Right: NoSQL — same result requires 4 separate fetches in...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Real-World Hybrid — Twitter Uses Both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Twitter (now X) is a textbook polyglot persistence example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workloads have radically different requirements.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MySQL for the social graph and metadata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accounts, follower relationships, settings — needs ACID and joins.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Cassandra for the tweet timeline at massive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Hundreds of thousands of writes per second; eventual consistency acceptable for feeds.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Redis for caching hot timelines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Sub-millisecond reads for active users' feeds, computed via fan-out-on-write.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Manhattan (custom) for some real-time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Internal NoSQL store optimized for low-latency reads at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Twitter architecture diagram — User-service (MySQL) -&gt; Timeline-service (Cassandra) -&gt; Cache-layer (Redis) -&gt; User. Annotate ea...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vs NoSQL —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 to SQL if you're uncertain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Mature, well-understood, and Postgres scales further than most teams realize.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 NoSQL when one of these is true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horizontal scale beyond a single node, schema is genuinely fluid, or access pattern is simple key lookup at extreme QPS.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Match the NoSQL type to the data shape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Hierarchical -&gt; document, time-series -&gt; wide column, relationships -&gt; graph, simple lookup -&gt; key-value.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Consider the team's expertise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perfectly fitted database your team can't operate is worse than a slightly imperfect one they know.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Re-evaluate as scale grows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Many systems start on Postgres and add specialized stores when bottlenecks appear.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starting at "Need ACID transactions?" branching to RDBMS or further questions about scale, schema, and access pat...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vs NoSQL —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 pros: ACID, joins, mature tooling, declarative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correctness guarantees and a battle-tested ecosystem.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 cons: rigid schema, harder horizontal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Migrations and sharding are real pain points at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 pros: horizontal scale, schema flexibility, specialized models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Designed for distributed environments from day one.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 cons: weaker consistency, fewer joins, immature analytics tooling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trade developer convenience for raw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Conclusion: pick based on workload, not ideology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interview-perfect answer always weighs both sides explicitly.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2x2 trade-off matrix. Rows: Pros / Cons. Columns: SQL / NoSQL. Each cell with 2-3 short bullets and a small icon.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Part 4: Database Scaling Techniques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Database Scaling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single database eventually hits a wall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CPU saturated, disk full, locks contended, network bottlenecked.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Six core techniques to scale databases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Master-slave replication, master-master replication, federation, sharding, denormalization, SQL tuning.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has different sweet spots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help reads, some help writes, some help both — at different complexity costs.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Combine techniques as scale grows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 systems use replication + sharding + caching + tuning together.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Order matters: tune first, scale architecture last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Index a missing column before you shard.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Stair-step diagram. Step 1: SQL tuning (cheap). Step 2: Caching. Step 3: Read replicas. Step 4: Federation. Step 5: Sharding. S...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Master-Slave Replication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master handles writes, one or more slaves replicate the data and serve reads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Asynchronous replication is the common default.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Reads scale horizontally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more read replicas to handle more SELECT traffic.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Writes still bottleneck on the master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Replication helps reads, not writes.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 lag is real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slave may be milliseconds-to-seconds behind master; reads can return stale data.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Failover: a slave can be promoted to master if master fails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 tools (Patroni, MHA, RDS automatic failover) automate the 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 master DB at the top, two arrows down to two slave DBs. App writes go to master; reads are load-balanced across slaves. Sho...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Master-Slave Replication — Deep Dive and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Read-heavy workloads benefit massively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Blogs, analytics dashboards, product catalogs — 95% reads, 5% writes.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Geographic read replicas reduce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Place replicas near users; writes still cross continents to reach master.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Backup and analytics offload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Run heavy reporting queries on a replica without harming production performance.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replica lag breaks "read your writes"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updates profile, immediate read from replica may show old data — handle with sticky reads or read-from-master after write.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MySQL replication, Postgres streaming replication, Aurora replicas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major RDBMS support this natively.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 with 1 master in US-East and 4 replicas in EU, APAC, US-West, and SA. Arrows show replication; users in each region r...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Master-Master Replication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(or more) masters each accept writes and replicate to each other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Both nodes are read/write; useful for HA across regions.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Helps write availability and geographic write distribution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failure of one master doesn't stop writes — the other keeps going.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Conflict resolution is the hard part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both masters write to the same row simultaneously, who wins?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strategies: last-writer-wins, application-level CRDTs, primary-region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has correctness implications you must reason about explicitly.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Examples: MySQL group replication, Postgres BDR, Galera Cluster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replaced by NoSQL multi-master systems (Cassandra, DynamoDB) at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database icons connected by a bidirectional arrow labeled "replication". App writes flow to either master. Highlight a "con...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Replication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Master-slave: simple, scales reads, doesn't scale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first scaling step; often sufficient for years.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Master-master: scales writes regionally but adds conflict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 geographic write availability matters more than perfect consistency.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Both add operational burden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Monitoring lag, handling failover, ensuring replicas don't drift.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is not a backup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bad DELETE replicates instantly to all slaves — keep real backups separately.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vs asynchronous replication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 = no data loss but slower writes; async = fast writes but possible loss on master crash.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table — Master-Slave vs Master-Master. Rows: Read scaling, Write scaling, Complexity, Conflict handling. Mark with i...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Federation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Federation = functional partitioning by feature or domain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 one big database into several smaller databases, each owning a feature area.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Example: separate databases for users, products, and forums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Users-DB, Products-DB, Forums-DB — each independently scaled and operated.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domain database is smaller and more focused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Smaller working set fits in memory; less lock contention; team ownership clear.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Aligns with microservices decomposition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service owns its own database (database-per-service pattern).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cross-domain joins now require application-level orchestration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can't `JOIN users.posts ON forums.threads` anymore.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Single monolith DB on the left labeled "Before". Three smaller DBs on the right labeled Users, Products, Forums — each connecte...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Federation — Deep Dive and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Reduces read/write traffic per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box only handles one domain's load; capacity grows with each split.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Smaller databases = simpler indexes, faster vacuum/maintenance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Operational sanity improves dramatically.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Independent scaling and tech choices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on Postgres, Products on Postgres+ElasticSearch, Forums on MongoDB — all valid.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Cross-domain queries become application logic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Aggregating data from multiple DBs is your job, not the database's.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transactions become hard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Cross-DB writes need sagas, outbox patterns, or event-driven consistency.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Microservice architecture — each service has its own DB icon, an event bus connects them for cross-domain workflows.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Sharding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 = horizontal partitioning of a single dataset across many databases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 rows of one logical table across multiple physical databases (shards).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Analogy: splitting a phone book by name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Shard 1 holds names A–M, Shard 2 holds names N–Z. Lookup by name routes to the right shard.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shard is an independent database with the same schema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shards together represent the full dataset.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Scales reads AND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Unlike replication, every shard handles its own write load.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hardest mainstream scaling technique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Cross-shard joins, transactions, and rebalancing are non-trivial.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 phone book split into two halves labeled "A–M" and "N–Z", each on its own database server. A "router" component on top decide...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Sharding —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Range-based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Partition by key range (user_id 1–1M on shard 1, 1M–2M on shard 2). Simple but prone to hotspots.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Hash-based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Apply a hash function to the key; modulo over shard count distributes data evenly.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Directory-based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lookup service maps keys to shards; flexible but adds a hop.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Geo-based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Shard by user region (EU users in EU shard); reduces latency, supports compliance (GDPR).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 the shard key carefully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shard key drives routing, balance, and query patterns — bad keys cause endless pain.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 small diagrams in a 2x2 grid showing each strategy with arrows from a "key" to a "shard" using different routing logic.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for Sharding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Naive hash sharding: `shard = hash(key) % N`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Works, but adding or removing a shard remaps almost every key (massive data movement).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Consistent hashing: keys and nodes map onto a virtual 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key is owned by the next node clockwise on the ring.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Adding a node only moves keys from the neighbor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Roughly 1/N of data moves, instead of nearly everything.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Virtual nodes (vnodes) smooth load distribution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physical node represents many points on the ring, evening out hot spots.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Used in DynamoDB, Cassandra, Riak, and many CDNs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same algorithm powers cache layers and load balancers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Circular ring diagram with 4 nodes (N1, N2, N3, N4) placed around it and several keys mapped to the next clockwise node. Show w...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Sharding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Pros: near-linear horizontal scaling for both reads and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path to internet scale.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Cons: cross-shard joins are painful or impossible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denormalize, fan-out queries, or maintain materialized views.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Cons: distributed transactions are hard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Two-phase commit is slow and fragile; sagas are the modern alternative.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Cons: re-sharding is operationally complex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Splitting a hot shard while the system is live takes careful tooling.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Hot shard problem: bad keys create skew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celebrity user's tweets all hit one shard — 10x the 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Pros/cons split panel. Bottom shows a "hot shard" warning — one shard glowing red while others are blue, illustrating skew.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Denormalization —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Denormalization = intentionally duplicating data to speed up reads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opposite of normalization; trade write/storage cost for read simplicity.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Joins are expensive at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Pre-compute the join result and store it where it'll be read.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in NoSQL and read-heavy SQL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Cassandra schemas are designed denormalized from day one.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Example: store user_name on every order row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joining Orders to Users on every order list query.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writes must update multiple places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the user renames themselves, you update many rows — eventual consistency in app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diagrams. Left: normalized — Orders joins Users. Right: denormalized — Orders has user_name embedded; arrow shows a write t...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Denormalization — Use Cases and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Activity feeds (fan-out-on-write)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someone tweets, copy the tweet into each follower's timeline at write time.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Materialized views and read models in CQRS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Pre-built read shapes that match what the UI needs.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Aggregations cached as columns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"post_count" on user row, updated on insert/delete, avoids COUNT(*) at read time.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write amplification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logical write becomes many physical writes; storage and write throughput cost rise.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data drift if updates miss a copy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disciplined update paths or background reconciliation.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Fan-out-on-write diagram. One tweet from a celebrity user fans out into N follower-timeline rows in parallel. Highlight the amp...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Tuning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Tuning is the cheapest scaling technique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a missing index gives 100x speedup; do this before any sharding talk.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main levers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Indexes, query rewriting, and schema design.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EXPLAIN ANALYZE to find slow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plan shows what the database actually does, not what you think it does.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plans and parameters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Prepared statements avoid replanning on each request.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Monitor with slow query logs and APM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can't tune what you don't measure.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Toolbox illustration containing labeled tools — "EXPLAIN", "ANALYZE", "Indexes", "Slow Query Log", "Prepared Statements".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Tuning — Practical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indexes that match WHERE, JOIN, and ORDER BY clauses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Composite indexes for multi-column predicates; covering indexes to avoid table lookups.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Avoid N+1 queries from ORMs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Eager-load relations; one well-formed JOIN beats 1000 tiny SELECTs.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Rewrite non-sargable predicates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`WHERE YEAR(created_at) = 2026` blocks index use; `WHERE created_at &gt;= '2026-01-01' AND &lt; '2027-01-01'` doesn't.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LIMIT and pagination correctly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Keyset pagination (WHERE id &gt; last_id) beats OFFSET for deep pages.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Vacuum, analyze, and update statistics regularly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 stats lead the planner astray.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Before/after EXPLAIN comparison. Before: Seq Scan, 1.2s. After: Index Scan, 8ms. Highlight the change in green.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Database Scaling —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Replication: scales reads, simple to operate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step for most systems.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Federation: cleaner ownership, smaller working sets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Aligns with microservices; cross-domain queries get harder.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Sharding: scales reads and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Highest complexity, hardest to get right.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Denormalization: fast reads at the cost of write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in NoSQL; selective in SQL.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SQL tuning: highest ROI per hour of effort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do this first; it often delays the need for harder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ROI vs Complexity scatter plot. SQL tuning: low complexity, high ROI. Replication: medium both. Sharding: high complexity, high...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Wrap-Up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RDBMS = ACID, structured, joins, mature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choice for most transactional workloads. Postgres scales further than people think.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NoSQL is a family with four main types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Key-Value (Redis), Document (MongoDB), Wide Column (Cassandra), Graph (Neo4j) — pick by data shape.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ACID vs BASE is the consistency trade-off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consistency vs eventual consistency; pick what your business actually requires.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 = splitting data horizontally; federation = splitting by domain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tools for different problems; both increase complexity.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systems are polyglot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Twitter, Netflix, Amazon use 5–10 different databases together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One-page cheat sheet — three columns: "Choose RDBMS when", "Choose NoSQL when", "Scale by". Each with 4 bullets.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ask about scale, schema stability, and consistency before recommending a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"How many writes per second? How does the schema evolve? Is stale read OK?" wins points.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Define ACID and BASE precisely if you mention them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Especially Isolation and Eventual consistency — interviewers probe these.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specific examples: Postgres, MongoDB, Cassandra, Redis, Neo4j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Concrete examples beat vague references.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sharding, explain the shard key and consistent hashing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the most common follow-up questions.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Discuss trade-offs explicitly — never claim one option is "best"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start with Postgres; if writes exceed 50k/s I'd shard or move hot tables to Cassandra."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Speech-bubble graphic — interviewer asks "Which database?", candidate replies with a structured framework: "Depends on (1) scal...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Choosing NoSQL "for scale" before you have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products fail from lack of users, not too many. Postgres is fine for most startups.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to define ACID precisely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Mixing up Consistency (constraint integrity) with CAP-Consistency (linearizability) is a classic stumble.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replica lag in read-after-write scenarios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"User updates profile, sees old data" is a top user-facing bug.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 too early or with a bad shard key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Reshardings are expensive; pick a key with high cardinality and even access.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Over-indexing tables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index slows writes; benchmark before adding.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replication as a backup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It isn't. Bad writes (DELETE without WHERE) replicate instantly. Keep point-in-time backups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"Pitfall warning" board with 6 stop-sign icons, each labeled with a pitfall in red text and a one-line corrective tip below in ...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Closing — Mental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"Pick the database that matches your access patterns"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Not the trendiest, not the simplest, the one that fits your reads and writes.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"Tune before you scale, scale before you shard"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Cheapest fix first, most expensive last.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"Polyglot persistence is normal at scale"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hunt for one database to rule them all — there isn't one.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"Consistency is a spectrum, not a switch"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From linearizable to eventual; pick the weakest level your business tolerates.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Up next: Caching — the secret weapon that makes most databases survivable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We'll cover Redis, Memcached, CDN caches, and cache invalidation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Mountain summit graphic — climber at the top labeled "scale" with checkpoints below (tune, replicate, federate, shard, denormal...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7: Caching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 —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the single highest-leverage performance technique in system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well-placed cache can reduce latency by 10–100x and database load by 90%+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 will cover what caching is, where to put caches, read/write strategies, invalidation, eviction, and distributed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topic includes intuition, real-world examples, diagrams, and trade-offs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everywhere: CPU registers, browsers, CDNs, app servers, databases,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Almost every "fast" system you use is fast because of layered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 caching and you master ~40% of system design interview problems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Twitter timelines, YouTube videos, Amazon product pages, Facebook feeds — all cache-driven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Core lesson: caching trades freshness for speed; the art is choosing the right trade-off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consistency + cache = hard problem; eventual consistency + cache = standard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Pyramid diagram showing latency hierarchy — CPU register (1ns) → L1 (1ns) → L2 (4ns) → RAM (100ns) → SSD (100µs) → Network (1ms...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What is Caching?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cache is temporary, fast storage that holds the results of expensive computations or fetches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"Expensive" can mean slow database query, network round-trip, CPU computation, or disk I/O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Goal: serve future requests for the same data without redoing the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request pays full cost; subsequent requests pay near-zero cost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Caches exploit two fundamental properties of real workloads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Temporal locality (recently used data is likely used again soon)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Spatial locality (data near recently used data is likely used soon)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core trade-off: speed vs. freshness vs. memory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Faster reads, but data may be stale; uses RAM (expensive) instead of disk (cheap)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NOT a database — it is a derived, disposable view of authoritative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source of truth always lives elsewhere; cache can be wiped without data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Two-panel comparison: Left panel "Without Cache" — User → App → Database (slow, 50ms); Right panel "With Cache" — User → App → ...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Caching? — The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Reduces latency: serving from RAM is ~100x faster than disk and ~1000x faster than network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Page load drops from 500ms to 5ms — measurably better user experience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Reduces backend load: a 90% cache hit ratio means your database handles only 10% of traffic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Lets you scale to 10x users on the same database hardware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Reduces cost: cache hits are cheaper than database queries, API calls, or recomputation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a $0.01 LLM call once; serve 1M users from cache for the same penny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Improves availability: cached data can serve users even when the origin is down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Stale-while-revalidate keeps the site up during database outages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Smooths traffic spikes: cache absorbs flash crowds before they hit the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Black Friday, viral tweets, breaking news — cache is your shock absorber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Bar chart comparing latencies on log scale — L1 cache (1ns), Memory (100ns), SSD (100µs), Network (1ms), Database query (10–100...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Hierarchy — From CPU to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Modern computing is a stack of caches, each larger but slower than the one above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Optimizing the hot path means keeping data as high in the hierarchy as possible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CPU caches: L1 (~32KB, 1ns), L2 (~256KB, 4ns), L3 (~8MB, 12ns)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Hardware-managed; invisible to your application but matters for performance-critical code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Main memory (RAM): ~16–256GB, ~100ns access — where most application caches live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Redis, Memcached, in-process LRU caches, JVM heap all live here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Local disk / SSD: ~1TB, ~100µs — used for browser cache, OS page cache, large object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 edge nodes use SSD-backed caches for warm assets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Network and remote storage: ~1ms+ — origin servers, S3, primary databases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what we are trying to avoid hitting on the hot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Inverted pyramid showing hierarchy with size growing downward and speed shrinking — CPU registers at top (bytes, picoseconds) t...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Intuition — Cache as a Workshop 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Imagine a carpenter with a workshop full of tools stored in a basement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Walking to the basement for every tool would make any job impossibly slow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carpenter keeps frequently used tools (hammer, tape measure, pencil) on the workbench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workbench is small but right next to the work — instant access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Less-used tools (specialty saws) sit on a nearby shelf — quick to grab but a step away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Rarely used tools (annual jigs) stay in the basement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hierarchy works exactly the same way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L1 = pocket, L2 = workbench, L3 = shelf, RAM = closet, disk = basement, network = warehouse across town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skill is predicting which tools you'll need next and pre-staging them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exactly what cache eviction policies and prefetching algorithms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Cartoon of a carpenter at a workbench with tools labeled by access frequency, basement stairs leading down to "cold storage" la...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Hit vs. Cache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hit: requested data is found in the cache — return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 = cache access time (~1ms for Redis, ~1ns for L1)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miss: requested data is not in the cache — must fetch from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 = cache access + origin access + (usually) write-back to cache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flavors of miss matter in practice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Compulsory miss: first time data is requested (unavoidable cold start)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Capacity miss: cache too small to hold working set (evicted before reuse)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Conflict miss: hashing collisions in set-associative caches (rare in software caches)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Miss penalty is the dominant performance variable in any cached 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50ms miss vs 1ms hit means even small miss-rate changes drastically shift average latency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Average latency formula: AvgLatency = HitRate × HitLatency + MissRate × MissLatency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 95% hit rate with 1ms hit / 50ms miss → avg = 3.45ms; at 80% → avg = 10.8ms (3x worse)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Flowchart — Request arrives → Check cache → "Hit?" diamond → Yes (green path, return cached value) / No (red path, fetch from D...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Hit Ratio — The Most Important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Hit ratio = cache hits / total requests — measures how effective your cache 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90% means 9 out of 10 requests skip the database; 50% means cache is barely helping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it matters more than raw cache size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100GB cache with 30% hit rate is worse than a 10GB cache with 95% hit rate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Target hit ratios depend on workload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Web page caches: 95–99% (Cloudflare reports ~95% globally)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Database query caches: 80–95% typical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session caches: ~99%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Below 80% hit ratio, ask yourself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Is the cache too small? Is TTL too short? Is the access pattern truly random?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Hot keys often dominate the hit ratio (Pareto / Zipf distribution)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Top 20% of keys often serve 80% of traffic — caching them gets you most of the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Line graph showing average latency on Y-axis vs. hit ratio on X-axis — exponential drop in latency as hit ratio crosses 90%, 95...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When Caching Helps — and When It Hurts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helps when read traffic dominates write traffic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Read-heavy workloads (1000:1 reads:writes) get massive benefit from caching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helps when the same data is requested repeatedly (high reuse)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Trending tweets, popular product pages, common search results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helps when origin computation is expensive relative to cache lookup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Complex SQL joins, ML inference, third-party API calls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HURTS when data changes faster than it is read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Real-time stock prices, live game state — cache is stale before it is reused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HURTS when working set is larger than cache (low locality)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Random scans over a 1TB table with 10GB cache → ~1% hit rate, just adds overhead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adds complexity: invalidation bugs, stale data, consistency edge cases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add a cache "just because" — measure first, cache the actual hot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— "Cache YES" with examples (user profiles, product catalog, news articles, autocomplete) vs "Cache NO" (real-time ...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Layers — 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modern web request passes through 5–7 cache layers before hitting the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captures a slice of traffic and forwards only the misses downstream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Browser cache → CDN edge → reverse proxy → app cache → distributed cache → DB cache → disk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Goal: maximize hits at the highest, cheapest layer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Multi-layer caching is multiplicative — 50% hit at each of 4 layers = 6.25% reaches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why CDN + Redis + DB query cache together can absorb millions of QPS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layer has different TTLs, sizes, eviction policies, and invalidation semantics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Static assets cached for a year at the edge; user data cached for seconds in app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Design rule: cache as close to the user as possible, but as far back as correctness requires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Personalized data → app/distributed cache; public assets → CDN; computed views → DB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Horizontal layered diagram: Browser → CDN → Reverse Proxy → App Server (in-process cache) → Redis → Database (query cache + buf...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1 — Client-Side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Browser HTTP cache stores responses based on Cache-Control, ETag, Last-Modified headers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Cache-Control: max-age=31536000, immutable → cache for a year, never revalidate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workers enable programmatic offline caches (PWAs)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Gmail, Google Docs, Twitter use service workers for offline-first behavior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localStorage / sessionStorage / IndexedDB store structured data locally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preferences, draft messages, recently viewed items — survive page refresh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Pros: zero network cost, offline support, instant load on repeat visits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304 Not Modified responses save bandwidth even when revalidating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Cons: no central control once cached — bad deploys can persist for hours/days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Must use cache-busting URLs (style.abc123.css) for safe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Browser window diagram showing layers — HTTP cache → Service Worker → IndexedDB → localStorage, with arrows showing fallback order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2 — CDN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CDN = Content Delivery Network: geographically distributed edge servers caching origin content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Cloudflare, Akamai, Fastly, AWS CloudFront, Google Cloud CDN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Caches static assets (images, CSS, JS, video segments) at edge nodes near users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Tokyo user fetches asset from Tokyo POP, not Virginia origin — 200ms → 5ms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Modern CDNs cache dynamic content via edge functions and smart cache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 Workers, Fastly Compute@Edge let you cache personalized HTML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invalidation via purge APIs, surrogate keys (Fastly), or versioned URLs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Netflix versions every asset; never invalidate, just deploy new URLs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YouTube video streaming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Hot videos cached at thousands of edge POPs; long-tail fetched from regional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Pros: massive scale (Tbps of bandwidth), DDoS absorption, global low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cost, cache key complexity for dynamic content, debugging hit/miss across POPs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 showing user requests routed to nearest CDN edge (colored dots on each continent) with origin server in one location;...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3 — Reverse Proxy / Web Server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reverse proxy sits between clients and app servers, caching HTTP responses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Nginx, Varnish, HAProxy, Apache Traffic Server, Envoy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Caches full HTML pages, API responses, even fragments (Edge Side Includes)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cached response can serve millions of identical requests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Varnish is the gold standard for HTTP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VCL (Varnish Configuration Language) lets you express complex cache rules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Wikipedia, NYT, Reddit to absorb traffic spikes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Sits in your data center — different role than CDN (which sits globally)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CDN handles geographic distribution; reverse proxy handles per-DC absorption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Wikipedia serves ~20 billion pageviews/month with Varnish doing most of the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Database is rarely touched for anonymous reads of popular 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Diagram: Internet → Load Balancer → Varnish/Nginx (cache) → App Server cluster → Database; with cache hit returning at proxy le...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4 — Application-Level (In-Memory)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lives inside the application process — fastest possible access, no network hop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Java: Caffeine, Guava Cache, Ehcache; Python: functools.lru_cache, cachetools; Go: bigcache, ristretto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Sub-microsecond access (it's just a HashMap with eviction)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Perfect for hot config, feature flags, computed lookup tables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Limitation: each app instance has its own copy — N caches for N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Memory waste, inconsistent values across instances, cold cache on every deploy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when: data is small, mostly static, or per-instance state is acceptable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Bad fit for user sessions (sticky sessions become required), good fit for currency conversion tables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Caffeine in Twitter, Guava in many Google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used as L1 in front of Redis (L2) — local cache catches hot keys, distributed cache catches the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app server boxes each with embedded "in-process cache" rectangle; arrows showing each independently caching, no synchroni...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5 — Database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Databases have multiple internal caches you should understand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Buffer pool / page cache: hot disk pages kept in RAM (Postgres shared_buffers, MySQL InnoDB buffer pool)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Query result cache: caches result sets of identical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MySQL's old query cache was deprecated due to mutex contention; modern systems use external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Materialized views: pre-computed query results stored on disk, refreshed periodically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Postgres MATERIALIZED VIEW; great for expensive aggregations (daily revenue, dashboards)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Prepared statement cache: parsed/planned queries reused for performance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Saves 1–10ms per query in OLTP workloads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OS page cache sits below the database, caching disk blocks transparently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Linux uses all free RAM for page cache; "free memory" is a meaningless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Database internals diagram showing query → query cache → query planner → buffer pool → OS page cache → disk, with each layer la...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Layer 6 — Distributed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Shared cache cluster accessible from all app servers — single source of cached truth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Redis, Memcached, Hazelcast, Aerospike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Solves the problem of inconsistent per-instance caches in app-level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servers see the same value; invalidation is centralized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Adds a network hop (~0.5–1ms) but enables horizontal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cluster scales independently of app servers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Survives app server restarts — data persists in the cache layer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Cold-start problem moves from "every deploy" to "rare cache failure"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Twitter: Redis stores timelines, Memcached for objects (~100s of TB across thousands of nodes)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Facebook: Memcached at planetary scale, originally invented McDipper, then TAO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 app servers all connecting to a 3-node Redis cluster in the middle; database behind it as origin; arrows showing all reads hi...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Layers —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Browser cache: free, fastest for user, but uncontrollable once deployed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speed vs. ability to push updates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CDN: massive scale and global, but costs money and complicates dynamic content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edge speed vs. invalidation complexity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Reverse proxy: high throughput, full HTML caching, but per-DC only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simplicity vs. geographic reach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App-level cache: nanosecond access, but per-instance and inconsistent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speed vs. consistency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cache: shared and consistent, but adds network hop and operational burden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consistency vs. latency and ops cost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Database cache: closest to truth, but limited size and contention prone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freshness vs.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matrix table — rows: Browser, CDN, Proxy, App, Distributed, DB; columns: Latency, Scale, Consistency, Ops cost, Use ...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Strategies — Read Patterns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strategy = the protocol for how reads and writes interact with cache and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strategies optimize for different consistency/latency/complexity trade-offs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Five canonical strategies you must know cold for interviews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Cache-aside, Read-through, Write-through, Write-behind, Refresh-ahead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axes to think about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path: who fills the cache (application vs cache itself)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path: what gets updated and in what order (cache, DB, both, async)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strategy is universally best — each has a sweet spot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Cache-aside is the default; others solve specific problems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We'll cover each with mechanics, pros/cons, and a real-world example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Memorize the diagrams, not just the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2x2 grid — axes "Read" (lazy/eager) and "Write" (sync/async) — with each strategy placed in its quadrant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Strategy 1 — Cache-Aside (Lazy Loading)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Application is responsible for both cache and DB; cache does not know about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flow: check cache → on miss, query DB → write result to cache → return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Most popular pattern; default choice for Redis/Memcached deployments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Facebook (Memcached + MySQL), most production stacks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Only caches what's actually read (no wasted space)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failure doesn't break the system (just slower)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Easy to add to an existing application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request always slow (cache miss penalty)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 data risk if DB is updated without invalidating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 systems to coordinate — bugs in invalidation cause divergence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Facebook's Memcached layer in front of MySQL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Famous "Scaling Memcache at Facebook" paper — built the canonical cache-aside pattern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— App → Cache (miss) → DB (read) → App writes back to Cache → returns to user; second request hits cache directly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Cache-Aside — Pseudocode and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Standard read implementation (Python-style)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`value = cache.get(key); if not value: value = db.get(key); cache.set(key, value, ttl); return value`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Standard write implementation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`db.write(key, value); cache.delete(key)  # next read repopulates`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 1: thundering herd on miss for hot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1000 concurrent readers all miss → 1000 DB queries; solved with mutex / single-flight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 2: race condition between read and write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Reader sees old DB value, writer updates DB and invalidates cache, reader writes stale value back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Solved via versioning, CAS, or "delete-after-write" with delay (Facebook's "leases")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Pitfall 3: forgetting to invalidate on update → permanent stale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pair every DB write with a cache invalidation in the same code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 TTL is your safety net — even buggy invalidation eventually self-heals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 TTL based on tolerance for staleness (seconds to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Code snippet on left showing read/write functions; race condition timeline on right showing how stale write can sneak in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Strategy 2 — Read-Through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itself knows how to load from the database on miss — application talks only to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flow: app calls cache.get(key) → cache misses → cache calls DB loader → returns to app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acts as a smart proxy in front of the data store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 code is simpler — no explicit DB call in the read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 code is clean — single API (`cache.get`)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logic centralized; consistent behavior across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must support pluggable loaders (Caffeine, Ehcache, AWS DAX do; raw Redis does not)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request still slow (same cold-start as cache-aside)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Tighter coupling between cache and data store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DAX in front of DynamoDB; Caffeine's CacheLoader in JVM apps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DAX gives DynamoDB sub-millisecond reads with zero application code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— App → Cache → (cache internally fetches from DB on miss) → returns to App; cleaner single-arrow path from ap...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Strategy 3 — Write-Through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Every write goes to BOTH cache and database synchronously, in the same operation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flow: app writes → cache writes → DB writes → all complete before ack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is always consistent with database — no stale data possible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Reads can hit cache safely, knowing it matches truth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consistency between cache and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invalidation logic needed — cache always fresh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 mental model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write pays double latency (cache write + DB write)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Caches data even if it's never read again — wasted memory for write-once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failure can fail the write (depending on implementation)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DynamoDB DAX in write-through mode, some Hibernate L2 cache configs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Best when read-after-write is required and write traffic is moderate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showing parallel/sequential write to Cache and DB, both acknowledging before app returns success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Strategy 4 — Write-Behind (Write-Back)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 goes to cache immediately; cache asynchronously flushes to DB later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flow: app writes → cache acks immediately → background worker batches writes to DB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Optimizes for write-heavy workloads at the cost of durability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Multiple writes to the same key can coalesce, reducing DB load drastically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Very fast writes (cache speed, not DB speed)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Batching reduces DB write amplification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Smooths write spikes (cache absorbs bursts)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Risk of data loss if cache crashes before flush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Eventual consistency — DB lags cache, complicates DR and analytics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Complex failure recovery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Linux page cache writing to disk; some metric/analytics pipelines (StatsD-like flushers)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 losing the last few seconds of writes is acceptable (counters, metrics, view counts)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— write to cache returns instantly; dashed async arrow from cache to DB labeled "batched flush every N seconds"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Strategy 5 — Refresh-Ahead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Proactively refresh cache entries BEFORE they expire, predicting next access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 read, if entry is "close to expiring" (e.g., 80% of TTL), trigger async refresh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Hides cache miss latency for hot data — readers always hit warm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Particularly effective for predictable, frequently accessed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Eliminates miss penalty for hot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Smooths out backend load (refreshes spread over time, not bursts at expiry)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May refresh entries that won't be read again (wasted DB call)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Requires good prediction heuristic — naive implementations cause thrashing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More complex than TTL-only eviction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Caffeine's `refreshAfterWrite`, Guava's `LoadingCache.refresh()`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heavily in feed/timeline systems where the same keys are read every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TTL bar — at 80% mark, async refresh fires while reads continue hitting old cached value, then new value seaml...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Strategies — Decision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Cache-aside: best general-purpose default for read-heavy workloads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when: reads dominate, app can tolerate some staleness, you control DB writes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Read-through: cleaner code than cache-aside, requires cache library support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when: building on Caffeine, DAX, Hazelcast — get the benefit for free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Write-through: when reads must always see latest write, write volume moderate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when: user just wrote a comment and refreshes — must see their own write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Write-behind: write-heavy, durability not critical, want batching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when: counters, view counts, telemetry, leaderboard increments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Refresh-ahead: hot keys with predictable access, latency-sensitive reads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when: dashboards, feeds, autocomplete — same keys hit constantly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— "Read-heavy?" → cache-aside / read-through; "Write-heavy?" → write-behind; "Need consistency?" → write-through;...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Strategies — Real-World Example: Twitter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Timeline read uses cache-aside on Redis fronted by per-server Caffeine (L1+L2)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opens Twitter → app checks local cache → Redis → only on miss, recompute timeline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Timeline write (new tweet) uses fanout-on-write into followers' Redis lists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Resembles write-through into denormalized cache structures, not the source DB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Hot accounts (Obama, Beyoncé) bypass fanout-on-write to avoid hot-key explosion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Their tweets are fanned out lazily on read (fanout-on-read) — different strategy for different scale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Counters (likes, retweets) use write-behind into Redis with periodic DB flush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Tolerates losing last few seconds of likes during a Redis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Multiple strategies coexist in one product because workloads differ per feature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the real lesson: strategy is per-data-type, not per-system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Twitter architecture sketch — User → App → L1 (Caffeine) → L2 (Redis fanout cache) → MySQL/Manhattan; with overlay showing diff...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Invalidation — Why It's 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Phil Karlton: "There are only two hard things in computer science: cache invalidation and naming things"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Quote is famous because invalidation breaks every "obvious" approach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fundamental problem: cache and source-of-truth can diverge silently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don't know your cache is wrong until a user complains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Sources of invalidation difficulty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Distributed writers updating DB without telling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Race conditions between read-from-DB and write-to-cache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Multi-region replication lag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Caches at multiple layers all need to be invalidated coherently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 triangle: freshness, performance, complexity — pick two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Stronger freshness → either slower (synchronous invalidation) or more complex (event-driven)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Invalidation bugs are the #1 cause of "weird" production issues with caches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updates email → still sees old email → support ticket → days of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Three-circle Venn diagram — "Fresh", "Fast", "Simple" — with caption "you can have any two"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TTL-Based Expiry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Every cache entry has a Time-To-Live; cache evicts/expires entries when TTL passes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Simplest invalidation strategy: don't invalidate, just let entries die naturally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Zero coordination — works without any write-side logic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Self-healing — even if invalidation logic is buggy, staleness is bounded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Predictable memory bounds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Weaknesses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 data window equal to TTL — users see old data for up to TTL seconds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All-or-nothing per entry — can't be "kind of expired"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Choosing a TTL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Short TTL (seconds): low staleness, low hit ratio, high DB 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Long TTL (hours/days): high hit ratio, high staleness risk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DNS uses TTL exclusively (typical 300s for A records)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chose simplicity over freshness — propagation takes minutes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entry lifecycle — write at t=0 with TTL=60s, reads hit cache, automatic eviction at t=60s, next read causes re...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Event-Driven Invalidation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 every write to source-of-truth, emit an event that invalidates affected cache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to DB → publish "user:42 updated" → all caches receive event and evict user:42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Synchronous: app deletes from cache after DB write (cache-aside default)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Asynchronous: change-data-capture (Debezium reading MySQL binlog → Kafka → cache invalidator)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Near-real-time freshness (milliseconds, not minutes)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Targeted — only invalidates what changed, preserves cache for rest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Weaknesses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Coupling between writer and cache invalidator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Lost events = permanent stale cache (need TTL as backstop)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Hard to invalidate derived/aggregated keys (which list views contain user 42?)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LinkedIn's Brooklin, Netflix's ev-cache invalidation via Kafka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 scale, CDC pipelines are the standard for event-driven cache invalidation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Diagram — DB write → CDC reader → Kafka topic → multiple cache invalidator workers → Redis cluster keys deleted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Versioning and Stale-While-Revalidate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Versioning approach: cache key includes a version, bumping the version invalidates instantly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Old: `user:42` → New: `user:42:v17` — increment version, all readers fetch new key, old key expires naturally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Avoids the race conditions of explicit deletes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Atomic version bump = atomic invalidation; no "delete then write" window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Stale-while-revalidate (SWR) pattern: serve stale data while refreshing in background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 `Cache-Control: max-age=60, stale-while-revalidate=600`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60s, fresh; for next 600s, serve stale and refresh async; after that, must revalidate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Combines best of TTL and refresh-ahead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never waits for refresh; cache is "soft expired" rather than "hard expired"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Vercel/Next.js ISR (Incremental Static Regeneration), SWR React library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web frameworks bake SWR into their data-fetching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Two-bar timeline — Bar 1: "fresh window (60s)" green, Bar 2: "stale-while-revalidate window (600s)" yellow with async refresh a...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Invalidation —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TTL: simplest, self-healing, but bounded staleness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data with predictable update cadence, low write rates, tolerable staleness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Event-driven (sync delete): fresh, but tight coupling, race-prone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cache-aside in monoliths, write paths fully under your control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Event-driven (async CDC): fresh, decoupled, scales to many caches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distributed systems, multiple consumers of the same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Versioning: race-free, atomic, but key-management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user profiles, configurations, anywhere instant global flip is needed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Stale-while-revalidate: fast and fresh-enough, but explicit staleness window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dashboards, feeds, public content with eventual consistency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Pragmatic rule: ALWAYS combine TTL with active invalidation as a safety net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TTL bounds the bug — even if invalidation is broken, cache eventually self-corrects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table — strategy / freshness / complexity / coupling / safety net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Eviction — Why We Need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Caches are bounded memory — when full, something must be removed to make room for new entries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Eviction policy = the rule for choosing the victim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Goal: evict the entry least likely to be requested again, keep entries most likely to be requested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Different policies make different predictions about future access patterns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Eviction is not invalidation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Invalidation: entry is wrong, must remove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Eviction: entry might still be valid, but we need the space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poor eviction policy can tank hit ratio even with plenty of memory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100GB cache with random eviction may do worse than a 10GB cache with LRU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workloads have skewed access patterns (Zipf-like) — exploit this in policy choice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80/20 rule: keep the 20% hottest keys, evict the long tail aggressively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Cache visualized as a fixed-size box; new item arriving, "victim" item being pushed out via different doors labeled with policy...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LRU — Least Recently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Evict the entry whose last access is furthest in the past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Assumption: data accessed recently is likely to be accessed again soon (temporal locality)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Most popular eviction policy — sane default for almost all workloads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Redis (allkeys-lru), Memcached, OS page caches, CPU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Implementation: doubly-linked list + hash map → O(1) get/set/evict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Move accessed entry to front; evict from back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Adapts to changing access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Simple, well-understood, O(1)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Weaknesses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scan over a large dataset can pollute the cache (cache thrashing)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Doesn't distinguish frequently used from one-time hot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Redis maxmemory-policy allkeys-lru — battle-tested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Variants like LRU-K, ARC, 2Q address scan pollution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Linked list diagram — head (most recent) ← A ← B ← C ← D (least recent, eviction target); on access to C, it moves to head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LFU — Least Frequently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Evict the entry with the lowest access count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Assumption: frequently accessed in the past = frequently accessed in the future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Better than LRU for stable, skewed workloads (e.g., 20% of keys serve 80% of traffic)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Hot keys accumulate count and stay; cold keys evicted regardless of recency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Weakness: stale popularity — once-hot keys stay forever even after they cool down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Solved by aging/decay schemes (TinyLFU, W-TinyLFU)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Modern variants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TinyLFU (used by Caffeine): tiny count-min sketch + window LRU; near-optimal hit ratios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Caffeine often beats Guava by 10–20% hit rate on production workloads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Implementation: requires frequency counters + min-heap or buckets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More complex than LRU, but Caffeine has made it practical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when: workload has stable hot keys (recommendation systems, popular content)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use for: workloads with shifting popularity (trending news, real-time feeds)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Histogram of access frequencies — eviction arrow points at the lowest-frequency bar; aging shown as bars decaying over time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FIFO and Random Eviction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FIFO (First In First Out): evict the oldest entry by insertion time, ignore access pattern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 queue; O(1); used in some hardware caches and simple buffers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FIFO weakness: a hot entry inserted long ago gets evicted even if just accessed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Generally underperforms LRU; rarely used in software caches today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Random eviction: pick a random entry to evict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Surprisingly competitive with LRU at scale (Redis allkeys-random)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Random's strength: zero metadata overhead, cache-friendly, no contention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Useful when memory tracking overhead would dwarf benefit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Variants: random sample N, evict worst by some metric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Redis's LRU is actually approximate — samples 5 keys, evicts oldest among them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when: workload is uniform, or per-entry tracking is too expensive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Reality: rarely the optimal choice but easy to implement and surprisingly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queues side by side — FIFO showing insertion-order eviction; Random showing dart hitting a random entry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Eviction Policy — Choosing the Right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LRU: default for general-purpose caches with temporal locality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Web sessions, recently viewed items, query result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LFU (or W-TinyLFU via Caffeine): when popularity is stable and skewed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Recommendation engines, popular content caches, CDN edge caches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FIFO: simple buffers, time-windowed data, when access pattern doesn't matter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Recent log entries, audit trails (rarely a primary cache choice)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Random: high-throughput caches where metadata cost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Massive Memcached-style caches, hardware-constrained systems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TTL-only: when freshness matters more than hit ratio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DNS, configuration caches, anything with deterministic update windows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Hybrid policies dominate modern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Caffeine's W-TinyLFU = window LRU + frequency-aware admission filter; SOTA in JVM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flowchart — "Stable hot keys?" → LFU; "Recency matters?" → LRU; "Time-windowed?" → FIFO; "Tracking too expensive?" → R...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Eviction — Real-World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Redis: configurable per-deployment via `maxmemory-policy`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Options: noeviction, allkeys-lru, allkeys-lfu, allkeys-random, volatile-lru (only TTL keys), etc.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Memcached: slab-allocator + LRU per slab class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size class has its own LRU; avoids fragmentation but creates per-slab eviction pressure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Linux page cache: 2Q (active + inactive lists) — approximate LRU with scan resistance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Why a simple `cat huge_file` doesn't blow away your hot working set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CDN edge nodes: typically LRU or LFU per POP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 uses Tiered Cache + LRU; Fastly uses similar approaches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CPU caches: hardware pseudo-LRU (true LRU is too expensive in silicon)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Tree-based bit-encoded approximation; gets within ~5% of true LRU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Logos of Redis, Memcached, Linux, Cloudflare with their eviction policies labeled below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Distributed Caching — Why Go Distributed?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Single-node cache is limited by RAM, CPU, and network of one machine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Redis node tops out around 100GB and ~100K ops/sec; need more for scale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cache spreads data across multiple nodes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 nodes × 100GB = 1TB working set; 10 × 100K = 1M ops/sec aggregate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Solves three problems at once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Capacity (more total memory than any single machine)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Throughput (parallel ops across nodes)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Availability (replication so single-node failure doesn't lose all cache)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Adds new problems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 to route a key to the correct node (sharding)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 to handle node failures without invalidating all keys (consistent hashing)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 to keep replicas consistent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giants dominate the space: Redis and Memcached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alternatives: Hazelcast, Aerospike, Apache Ignite, KeyDB, DragonflyDB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Single big-box cache labeled "doesn't scale" vs. cluster of N smaller boxes labeled with sharding/replication arrows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Redis vs. Memcached — Feature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types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Memcached: strings only (max 1MB by default)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strings, lists, sets, sorted sets, hashes, streams, hyperloglog, bitmaps, geo, JSON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Persistence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Memcached: in-memory only, lost on restart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optional RDB snapshots + AOF append-only log; configurable durability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Threading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Memcached: multi-threaded (good per-node throughput)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single-threaded core (Redis 6+ has I/O threads); simpler reasoning, less locking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and clustering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Memcached: client-side sharding only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built-in replication, Redis Cluster with hash slots, Sentinel for HA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cases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Memcached: simple object cache, session storage, ephemeral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cache + queue + pub/sub + leaderboard + rate limiter — Swiss army knife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Side-by-side table comparing Memcached and Redis across data types, persistence, threading, replication, ecosystem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Redis vs. Memcached — When to Choose Which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Memcached when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a pure cache, nothing else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Object size is small and uniform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want simple horizontal scaling with client-side hashing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Predictable performance under high concurrency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Redis when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data structures (sorted sets for leaderboards, lists for queues)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want persistence as a safety net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need pub/sub, streams, scripting (Lua), or transactions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want an integrated solution rather than 5 separate systems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Real-world deployments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Facebook: massive Memcached fleet, custom enhancements (mcrouter)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Twitter: Redis for timelines, Memcached for objects (different fits, same company)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GitHub, Stack Overflow, Instagram: Redis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 modern choice: Redis (versatility wins for most teams)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 still excels for very-large simple object caches at extreme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of company logos under "Memcached shops" (Facebook, Pinterest historically) vs "Redis shops" (Twitter, GitHub, Snap...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— Sharding Across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Problem: with N cache nodes, how do we route a key to the right one?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Naive: `node = hash(key) % N` — but adding/removing a node remaps almost all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Consistent hashing: hash both keys and nodes onto the same ring (e.g., 0–2^32)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key is owned by the next node clockwise on the 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a node is added/removed, only ~1/N of keys move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Dramatic improvement over modulo hashing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Virtual nodes (vnodes) smooth load distribution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physical node owns 100–1000 vnodes around the ring → uniform key distribution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Used 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 client libraries (libketama)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 Cluster (hash slots — fixed 16384 slots, simpler variant of consistent hashing)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DynamoDB, Cassandra, Riak (full database use, same idea)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Circular ring with node markers (N1, N2, N3, N4) and key markers (K1, K2, K3) — each key drawn with arrow to next clockwise nod...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Cache Stampede / Thundering Herd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hot key expires; thousands of concurrent readers all miss simultaneously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of them race to query the DB and rebuild the cache → DB collapses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Famous failure mode — has caused outages at Facebook, Instagram, Reddit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Worst when key is extremely popular and DB query is expensive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Symptoms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Sudden DB CPU spike at exact TTL boundaries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Cascading latency spikes every TTL period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Rare but catastrophic when it happens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classic solutions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Mutex / single-flight: only one request rebuilds, others wait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Probabilistic early expiration: each reader independently decides "should I refresh now?"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Stale-while-revalidate: serve stale, refresh in background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Instagram's "promotional cache" pattern, Facebook's "leases" in Memcached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Memcached leases (described in their scaling paper) coordinate which client repopulates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TTL expiry; without mitigation: spike of 1000 concurrent DB queries; with mutex: one query, 999 waiters; with ...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Stampede Solution — Mutex / Single-Flight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 cache miss, acquire a lock for that key before querying DB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First requester gets lock, queries DB, populates cache, releases lock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Concurrent requesters either wait on the lock or retry the cache after a short sleep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Redis: `SET key:lock value NX EX 10` — atomic acquire with TTL safety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Go: golang.org/x/sync/singleflight — in-process coalescing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Strengths: simple, prevents stampede, works for any read 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Weakness: lock contention itself can become a bottleneck on extreme hot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lock pitfalls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Lock holder crashes → use TTL on lock to avoid permanent lockout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 aware of Redlock controversy (Martin Kleppmann critique) for stricter use cases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Pattern works at any scale from in-process to global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 uses single-flight extensively at edge for backend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— Request 1 acquires lock, queries DB, fills cache, releases lock; Requests 2–1000 wait briefly, then read fre...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Stampede Solution — Probabilistic Early Expiration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reader independently decides whether to proactively refresh, weighted by closeness to TTL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Probability of refresh increases as TTL approaches; far from expiry, almost zero chance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XFetch algorithm (Vattani et al., 2015): mathematically optimal early refresh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`if now - delta * beta * log(rand()) &gt;= expiry: refresh()`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Spreads refresh load smoothly over the last fraction of TTL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Strengths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locking required — fully decentralized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synchronized expiry boundary, no thundering herd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Weaknesses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Some refreshes happen "early" — small wasted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Requires changing read path to know TTL/expiry timestamps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Used in production by HashiCorp, Cloudflare, and others for hot-key caches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Combines beautifully with stale-while-revalidate semantics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Probability curve over TTL — flat at 0 for first 80%, rising sharply in last 20%, several reader dots triggering refresh at sta...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Hot Key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key receives massively disproportionate traffic, overwhelming a single cache node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"Justin Bieber problem" — millions of fans, all hitting one timeline key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Consistent hashing routes key X to node N; if X is super-hot, N is super-loaded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Other nodes idle, N's CPU/network melts; classic load skew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Solutions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Local replica caching: app-level L1 in front of distributed L2 catches the hot key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Key splitting: shard hot key into key:0..N variants, randomized read fanout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 replicas: replicate hot keys to multiple cache nodes; route reads round-robin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Promotional caching: pre-emptively warm and pin known hot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Detection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Per-key counters at proxy/router (Twemproxy, Mcrouter)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Sample-based heavy hitter detection (count-min sketch)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Twitter's "celebrity" handling — separate cache tier for top accounts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Hot keys are usually predictable (celebrities, breaking news, viral content)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Bar chart showing one massive bar (hot key) dwarfing all others; mitigation diagram showing the hot key replicated across multi...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Distributed Caching — Trade-offs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Centralized cache (single Redis node): simple, consistent, but limited capacity and SPOF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small services, low-scale workloads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Sharded cache (consistent hashing): scales linearly, but no replication = data loss on node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pure caches where loss is acceptable, scale &gt; durability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Replicated cache (master + replicas): high availability, but eventual consistency between replicas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read-heavy hot data, where reads can hit any replica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Sharded + replicated (Redis Cluster): scale + HA, but complex ops and edge cases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large production systems; the standard choice today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Multi-region: cross-region replication for global apps, but huge consistency challenges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for: global products willing to accept eventual cross-region staleness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Spectrum diagram — left "Simple/Limited" (single node) → right "Complex/Scalable" (sharded+replicated+multi-region) with exampl...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—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the cheapest performance lever in system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Redis layer can 10x your throughput without touching the database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hit ratio is the metric — track it, alert on it, optimize for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Below 80%, your cache is barely earning its keep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Cache-aside is the default strategy; learn the others for the workloads where they fit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Match write-through, write-behind, refresh-ahead to specific data shapes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Invalidation is hard — combine TTL (safety net) with active invalidation (freshness)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Versioned keys and stale-while-revalidate are powerful tools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caching adds capacity/availability but requires consistent hashing, stampede protection, hot-key handling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 vs. Memcached: choose Redis unless you have a reason not to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as close to the user as correctness allows; layered caches multiply your effective hit ratio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Browser → CDN → proxy → app → distributed → DB — each layer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Top-5 list with bold callouts for each takeaway; Twitter/Facebook/YouTube logos as supporting evidence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— 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asked about latency or throughput, propose caching FIRST — it's the lowest-cost win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"Before scaling the database, I'd add a cache layer to absorb read traffic"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state your strategy explicitly: "I'd use cache-aside with Redis, 5-minute TTL, LRU eviction"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Vague answers ("I'd add caching") get probed; specific answers get nods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 ready to discuss invalidation — interviewers will press here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Have a default answer: "TTL as safety net + active invalidation on write + versioned keys for instant flips"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real systems to anchor your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"Like Twitter's Caffeine + Redis layered cache" or "Like Facebook's Memcached architecture"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Address consistency explicitly — name the trade-off, don't dodge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"This gives eventual consistency; for read-after-write, I'd use write-through for that path"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Discuss failure modes proactively (cold start, stampede, hot keys)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Showing you've thought about edge cases is a senior-level signal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Know the numbers: RAM ~100ns, network ~1ms, disk ~10ms, cross-region ~100ms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 budgeting is a frequent 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cheat sheet — numbered tips with example phrases in italics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— 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everything indiscriminately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low-locality data wastes memory; measure access patterns first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to invalidate on writes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silent staleness, hard to debug; pair every write with invalidation in same code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TTL as a backstop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a single missed invalidation persists forever; always set a sane TTL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cache stampede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works fine until the hot key expires; add mutex / SWR / probabilistic refresh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Over-trusting the cache for source of truth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cache is disposable; never write data only to cache (unless write-behind with durable backing)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Massive cache key cardinality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caching unique queries with no reuse → 0% hit rate, just adds latency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monitoring hit ratio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you can't fix what you don't measure; alert when hit ratio drops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Mixing TTLs across related keys (cache aliasing)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user object expires at t=60, user's posts at t=120 → inconsistent view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Using local cache for personalized data without sticky sessions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user's request hits a different server with stale local cache; use distributed cache instead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Premature caching as a substitute for fixing the real bottleneck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Pitfall: caching a slow query is a band-aid; fix the query, then cache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"Cache landmines" infographic — each pitfall as a labeled mine icon with a brief mitigation note next to it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Caching — Mental Model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= a small, fast layer that remembers expensive answers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 memory for time, trade freshness for speed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questions to answer for every cache you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WHERE: which layer (browser / CDN / proxy / app / distributed / DB)?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HOW: which strategy (cache-aside / read-through / write-through / write-behind / refresh-ahead)?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WHEN: invalidation (TTL / event-driven / versioned / SWR) and eviction (LRU / LFU / FIFO / random)?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multi-layered by default in modern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absorbs a slice; misses cascade downward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caching turns one fast box into many; consistent hashing makes it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Mind the stampede, mind the hot key, mind the network hop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 caching and you understand 40% of system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"fast" system you admire is fast because someone put a cache in the right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One-page mental model — three concentric questions (WHERE / HOW / WHEN) with strategy options branching from each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7 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 covered: definition, hierarchy, hit ratio, layers, strategies, invalidation, eviction, distributed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topic with intuition, examples, diagrams, and trade-offs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is the single most-tested topic in system design interviews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Expect questions about it in 80%+ of design rounds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anchor caching choices in concrete trade-offs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choose X because it optimizes for Y, accepting cost Z"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Up next: Section 8 — Databases, where caching meets persistence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Buffer pools, query caches, materialized views — caching shows up there too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Remember: a well-placed cache is the closest thing to free performance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But every cache is a deal with the consistency devil — choose your terms wisely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Section-7 summary card with all 10 sub-topics as a checklist, transitioning into Section 8 preview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8: Asynchronism and Message Queues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Overview — Why Asynchronism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Modern systems must stay responsive even when work is slow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Users expect sub-second responses; backend work (email, ML, billing) often takes seconds to minutes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lets us decouple "accepting work" from "doing work"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web tier acknowledges quickly, while heavy lifting happens elsewhere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Message queues are the connective tissue of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smooth out traffic spikes, isolate failures, and enable horizontal scaling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section covers queues, task systems, streaming, backpressure, and orchestration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From SQS-style queues to Kafka-scale streaming to Temporal-style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Split-screen — left: synchronous "user waits 30s for email confirmation"; right: asynchronous "user sees instant 'Order placed'...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Synchronous vs Asynchronous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= caller blocks until the callee returns a response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Like phoning someone and staying on the line until they answer your question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Asynchronous = caller hands off work and continues immediately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Like dropping a letter in a mailbox; you don't wait for the recipient to read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 is simpler to reason about; async is more scalable under 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 ties up threads/connections; async frees them to serve more requests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choice is per-operation, not per-system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single API can do sync DB reads but async email sending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timelines — "Sync: Request → [wait] → Response" vs "Async: Request → Ack ↓ ... Worker processes later"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Synchronous Processing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Caller thread is blocked end-to-end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 connection, DB connection, memory, and CPU are all held hostage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Failures cascade immediately to the user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the payment gateway is down, the user sees a 500 right now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Latency = sum of all downstream latencies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p99 of your API ≥ p99 of every dependency you call serially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Easier to debug: stack traces show the full call 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Great for CRUD APIs, simple reads, and operations under ~200ms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Bad fit for slow, flaky, or expensive operations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Email, video transcoding, third-party APIs, ML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Stack of bars showing "API latency = auth (50ms) + DB (100ms) + payment (2s) + email (3s) = 5.15s response time"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Asynchronous Processing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Producer enqueues a task and returns to the caller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Caller sees a 202 Accepted with a tracking ID, not a 200 OK with the final result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separate worker pool consumes and processes tasks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Workers scale independently from web servers based on queue depth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Status is tracked out-of-band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Polling, webhooks, WebSockets, or push notifications inform the user when done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Improves availability: producer survives consumer outages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the email service dies, orders still complete; emails go out when it recovers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Adds complexity: eventual consistency, retries, idempotency, dead letters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trade a simple call stack for a distributed state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Diagram — User → API (returns 202 + jobId) → Queue → Worker → DB/Notification, with dotted "status check" line from User to API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Async Example — Uber Ride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Rider taps "Request Ride" — must feel instant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Sync work: validate user, check payment method, create ride record (~100ms)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work fanned out to queues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Driver matching, ETA calculation, surge pricing logging, fraud scoring, push notifications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downstream system scales independently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Matching service runs on GPU-backed workers; logging runs on cheap commodity boxes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If notification service is down, the ride still happens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push is retried from the queue when notifications recover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Uber app screen "Finding driver..." with branching arrows to 5 background services, each with its own queue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Sync vs Async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 wins on: simplicity, immediate feedback, strong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request, one response, one transaction — easy mental model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wins on: throughput, resilience, decoupling, smoothing spikes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Producers don't care if consumers are slow, scaling, or briefly down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costs: operational complexity, harder debugging, eventual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now own a queue, retry logic, DLQs, idempotency keys, and observability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Rule of thumb: async anything that is slow (&gt;1s), flaky, or non-critical-path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Email, analytics, search indexing, thumbnails,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table with rows Latency / Throughput / Complexity / Failure Isolation / Consistency, columns Sync / Async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Queues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message queue is a buffer between producers and consumers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Producers write messages; consumers read messages; the queue durably holds them in between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Analogy: a post office mailbox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Senders drop letters anytime; recipients pick up when ready; the box holds mail safely in between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Messages are typically small payloads (JSON, Protobuf, Avro)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a reference + metadata, not the full data — e.g., "process file s3://bucket/key"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Decouples in time, space, and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 and consumer don't need to be online together, on the same host, or running at the same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boxes — Producer(s) → [Queue: ▢▢▢▢▢] → Consumer(s), with arrows showing one-way message flow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Queues — Core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Decoupling: services evolve independently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new consumers without touching producers; swap implementations behind the queue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Buffering: absorbs traffic spikes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Black Friday surge fills the queue; consumers drain it at their own pace instead of crashing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Reliability: messages persist through restarts and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Durable queues replicate to disk; in-flight work isn't lost when a worker dies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Retry &amp; redelivery: built-in fault tolerance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Failed messages reappear after a visibility timeout, no custom retry code needed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Fan-out: one event, many consumers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"OrderPlaced" can simultaneously trigger billing, shipping, analytics, and email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Funnel diagram — many spiky producer arrows on top → flat queue line → smooth consumer arrows on bottom (rate smoothing)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Dead Letter Queues (DLQ) —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DLQ is a secondary queue for messages that repeatedly fail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After N retries (typically 3–10), the broker moves the message to the DLQ instead of redelivering forever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Prevents poison messages from blocking the queue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malformed JSON shouldn't stall thousands of healthy orders behind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DLQ contents are inspected by humans or replay tools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Common causes: bad data, schema drift, downstream bugs, missing dependencies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set DLQs in production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one, retries pile up forever, queue grows unbounded, and observability becomes a nightmare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Monitor DLQ depth as a critical alert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DLQ growth = silent business failures; treat it like a P1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Main queue → consumer (red X failure 3x) → arrow to DLQ box; separate "Ops Engineer" inspecting DLQ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Delivery Semantics — At-most/At-least/Exactly-once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At-most-once: message delivered 0 or 1 times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 and simple, but messages can be lost; OK for metrics, not for payments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At-least-once: message delivered 1 or more times (duplicates possible)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default for most queues (SQS, RabbitMQ); requires idempotent consumers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Exactly-once: message processed exactly 1 time end-to-end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"holy grail"; truly hard in distributed systems; usually approximated via idempotency + dedup IDs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Kafka offers "exactly-once semantics" within Kafka transactions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 exactly-once across external systems (e.g., DB + email) needs idempotency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Practical advice: design consumers to be idempotent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unique message IDs, upserts, and dedup tables; assume at-least-once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timelines showing same message — at-most-once (lost), at-least-once (delivered twice), exactly-once (delivered once)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Ordering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FIFO queues preserve order within a partition/group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SQS FIFO, Kafka per-partition, RabbitMQ per-queue: messages exit in the same order they entered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Standard (non-FIFO) queues maximize throughput, no ordering guarantee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SQS Standard can deliver out-of-order; trade strict order for massive scale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Global ordering across partitions is usually impossible at scale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have order OR parallelism; pick one per use case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a partition key to keep related messages ordered together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e.g., partition by userId so all events for one user are processed in order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Many systems don't actually need strict order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timestamps + idempotency to handle out-of-order events gracefully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queues side-by-side — FIFO (1,2,3,4 in/out) vs Standard (1,2,3,4 in / 2,1,4,3 out)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Queue Examples — Real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RabbitMQ: mature, AMQP-based, flexible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for complex routing topologies (direct, topic, fanout exchanges); used by Reddit, Instagram early days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Amazon SQS: fully managed, infinite scale, pay-per-message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internally across Amazon for decoupling services; FIFO and Standard variants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ActiveMQ / Artemis: JMS-compliant, Java ecosystem staple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Common in enterprise Java systems; supports topics and queues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Redis Streams / Lists: lightweight queueing inside Redis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Good for moderate scale; simple ops if you already run Redis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NATS / NATS JetStream: high-perf, cloud-native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Sub-millisecond latency; popular in service mesh and IoT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Logos grid (RabbitMQ, SQS, ActiveMQ, Redis, NATS) with one-line descriptors and "best for" tags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Queue Diagram — Order Processing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Producer: checkout service writes "OrderPlaced" message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Includes orderId, userId, items, amount, timestamp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Queue: durable, replicated, partitioned by orderId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Persists message even if all consumers are down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Consumers: billing, inventory, notification workers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consumer group processes independently and at its own rate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ACK / NACK feedback loop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Successful processing → ACK removes message; failure → NACK triggers retry, eventually DLQ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Flow — Checkout Service → "OrderPlaced" → [Queue with 3 messages] → 3 parallel consumer groups (Billing/Inventory/Email), each ...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Message Queues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massive decoupling, resilience, elastic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Producers and consumers evolve, fail, and scale independently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eventual consistency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 is "in flight" — readers may see stale state until consumers catch up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operational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Monitoring, DLQs, replay tooling, schema management, on-call rotations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harder debugging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Distributed traces across queue boundaries require correlation IDs and tracing tools (OpenTelemetry, Jaeger)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Watch for: queue depth growth, consumer lag, redelivery rate, DLQ size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your golden signals for queue-based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Pros/Cons split with green checkmarks (decoupling, scaling) and red warnings (consistency, ops cost)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/ Job Queues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Task queues are message queues specialized for "units of work"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message represents a function to call, not just an event that happened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Difference from generic message queues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Task queue knows about retries, scheduling, priorities, results, and worker pools out of the box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Workers pull tasks and execute code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"Send email to bob@x.com" → worker invokes send_email() with those args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Often paired with a result backend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Stores task status (PENDING, STARTED, SUCCESS, FAILURE) and return value for later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Code snippet showing `send_email.delay(user_id=123)` on left, worker process on right pulling and executing the function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Queues — Common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Image / video processing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Resize, transcode, watermark; CPU/GPU-heavy work offloaded from web servers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Email &amp; SMS delivery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Third-party APIs are slow and flaky; never block a request on Mailgun/Twilio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Report &amp; PDF generation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30-second SQL queries and PDF rendering happen async; user gets an email when ready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ML inference &amp; training jobs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Long-running model runs queued and dispatched to GPU workers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Periodic / scheduled tasks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Nightly cleanup, weekly digests, hourly reindexing handled by the same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Icon grid — camera (image), envelope (email), document (report), brain (ML), clock (scheduled)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Queue Workers — Pull-Based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Workers poll the queue for tasks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"Anything for me?" — pull model gives natural backpressure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Concurrency tuned per worker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 processes × M threads/coroutines per process = total parallelism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Acknowledge after success, requeue or DLQ on failure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Tasks that crash mid-flight are re-delivered to another worker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Workers are stateless and horizontally scalable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more workers when the queue backs up; remove them when idle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Long-running tasks need heartbeats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Otherwise the broker thinks the worker died and re-delivers, causing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Queue at top, 4 worker boxes pulling down arrows; one worker shows "heartbeat ❤" while processing a long task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Priority Queues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all tasks are equal — some need to jump the line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Paid-tier customer reports vs free-tier batch jobs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 1: separate queues per priority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Workers always check `high` before `medium` before `low`; simple and effective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Implementation 2: priority field on messages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Broker (e.g., RabbitMQ priority queues) reorders internally; can starve low-priority tasks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Watch out for starvation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High-priority floods can permanently block low-priority work; use weighted fair scheduling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case: real-time vs batch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Interactive ML inference high-priority, nightly retraining low-priority on the same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lanes labeled HIGH / MED / LOW feeding into shared worker pool, with worker checking lanes top-down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Queue Examples — Celery, Sidekiq, Bull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Celery (Python): the de-facto Python task queue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Instagram, Mozilla; supports RabbitMQ/Redis brokers, scheduled tasks, chains, groups, chords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Sidekiq (Ruby): Redis-backed, high-performance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in Rails apps; Shopify processes billions of jobs/day on Sidekiq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Bull / BullMQ (Node.js): Redis-backed, modern API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Used by NestJS apps; supports priorities, rate limiting, repeatable jobs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Resque (Ruby), RQ (Python), Hangfire (.NET)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ecosystem has its own; pick the one with the best community in your language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Cloud-native: AWS Step Functions + Lambda, GCP Cloud Tasks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Managed task execution without running your own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 grid by language ecosystem — Python (Celery), Ruby (Sidekiq), Node (BullMQ), .NET (Hangfire)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Queue Example — Email Delivery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User signs up → sync code creates account, returns 200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Total sync latency: ~80ms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Async: `send_welcome_email.delay(user_id)` enqueued in Redis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Returns instantly; web server moves 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Email worker picks up task, calls SendGrid API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Takes 800ms–3s; if SendGrid is slow, only the worker waits, not the user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 failure: exponential backoff retries (1m, 5m, 30m, 2h)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Transient SendGrid 5xx errors recover automatically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After max retries: task → DLQ, ops alerted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experience never degraded, even during a 4-hour SendGrid outage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— User → API (200 OK in 80ms), API → Redis Queue, Worker → SendGrid (with retry loop)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Task Queues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massively improves perceived latency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User-facing requests stay fast even when downstream is slow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built-in retry, scheduling, monitoring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Saves writing custom orchestration code per use case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idempotency burden on the developer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Tasks may run twice; "send email" running twice = bad user experience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state visibility — "did it run?"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Need result backends, dashboards (Flower for Celery, Sidekiq Web UI), alerting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version skew between producers and workers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Deploying new task signatures while old workers run = pickle/serialization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Two-column trade-off table with concrete examples in each cell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Pub/Sub &amp; Event Streaming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Point-to-point queue: one message, one consumer (load balancing)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task processed by exactly one worker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Pub/Sub: one message, many subscribers (broadcast)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 publishes once; every subscribed consumer gets its own copy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Event streaming: durable, replayable log of events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Consumers can rewind to any point in history; events are facts, not commands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Mental shift: events vs commands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Command "ChargeCustomer" → one handler. Event "OrderPlaced" → many independent reactions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diagrams — left "Queue: 1 msg → 1 of N consumers", right "Pub/Sub: 1 msg → all N subscribers"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Event Sourcing — The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Store every state change as an immutable event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Instead of `account.balance = 100`, store `Deposited(amount=100)` and `Withdrew(amount=20)`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Current state = replay of all past events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Audit trail, time travel, and debugging come for free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Pairs naturally with Kafka-style event logs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log IS the source of truth; databases become materialized views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Enables CQRS (Command Query Responsibility Segregation)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side appends events; read side projects events into query-optimized views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banking ledgers, Git, blockchain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are append-only event logs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Bank account view — left "Events: +100, -20, +50" / right "Materialized State: balance=130"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Apache Kafka — Architecture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Topic: a named stream of events (e.g., `orders`, `clicks`, `page_views`)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Logical category; producers write to topics, consumers read from topics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Partition: a topic split into ordered, append-only logs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partition is a separate file on disk; partitions = unit of parallelism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Offset: monotonically increasing ID per partition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Consumers track their own offset; "I've read up to message 4,521"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Consumer group: a set of consumers sharing the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Kafka assigns partitions to consumers in the group; one partition → one consumer in a group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Brokers + replication: distributed, fault-tolerant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partition replicated across N brokers (typically 3); leader handles writes, followers stay in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Topic "orders" with 3 partitions, each showing ordered messages with offset numbers, and 3 consumers in a group each reading a ...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Kafka is Durable and Replayable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Append-only commit log on disk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Sequential writes are fast; old messages aren't deleted on consume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Configurable retention (time or size)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"Keep 7 days" or "keep 1TB"; consumers can re-read anytime within retention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 for fault tolerance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Replication factor 3 means any 2 broker failures are survivable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Consumers track their own offsets (in `__consumer_offsets` topic)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Reset to earliest, latest, or arbitrary timestamp — replay last hour of events for free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This is why Kafka unlocks new architectures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Event sourcing, change data capture, stream processing, log aggregation all ride on these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Disk-shaped commit log with messages 0–9, replicated across 3 brokers; consumer arrow pointing to offset 6 with note "can reset...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Kafka Use Cases — Real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LinkedIn: Kafka was born here for activity feeds &amp; metrics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Now handles 7+ trillion messages/day; powers feed, search indexing, monitoring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Netflix: real-time analytics, recommendation pipelines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10+ trillion events/day flow through Kafka into Flink and Spark jobs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Uber: trip events, dynamic pricing, fraud detection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Surge pricing runs on Kafka streams of recent ride requests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Change Data Capture (CDC) with Debezium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Stream every DB change into Kafka; downstream services build their own views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Log aggregation (replacing Scribe/Flume)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app logs flow through Kafka into Elasticsearch / S3 / Snowflake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World map / company logos showing Kafka deployments at scale, with throughput numbers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Pub/Sub Alternatives — Pulsar, Kinesis, Google Pub/Sub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Apache Pulsar: tiered storage, multi-tenancy, geo-replication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Separates compute (brokers) from storage (BookKeeper); good for very long retention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Kinesis Data Streams: managed, Kafka-like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Tightly integrated with AWS (Lambda triggers, Firehose to S3); per-shard pricing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Google Cloud Pub/Sub: globally-distributed, push or pull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Scales to millions of msg/s; supports push to HTTP endpoints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SNS: pure pub/sub (no durable log)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Fan-out to SQS, Lambda, HTTP, email; not for replay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Azure Event Hubs: Microsoft's Kafka equivalent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Kafka-protocol-compatible; integrates with Azure Stream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matrix — features (durability, retention, throughput, managed) across Kafka / Pulsar / Kinesis / Pub/Sub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Pub/Sub Diagram — News Feed Fan-Out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Producer: a user posts a tweet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write to `tweets` topic with userId, content, timestamp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Topic: durable, partitioned by userId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partition per user "shard"; ordered per user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Consumers (independent groups)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Search indexer, ML moderation, follower fan-out, analytics — each at its own pace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coupling between subscribers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"fraud detection" later = new consumer group, no producer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Central Kafka topic, 1 producer arrow in, 4 consumer group arrows out, each labeled with its purpose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Pub/Sub &amp; Streaming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ultimate decoupling and replayability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new consumers years later; rebuild views from scratch using historical events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handles massive scale (millions of msg/s)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Partitioning is the secret sauce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operational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ZooKeeper/KRaft, brokers, partitions, ISR, rebalancing — Kafka has a real learning curve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ordering only within a partition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Need careful partition key choice to maintain useful ordering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schema evolution is critical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Avro/Protobuf with a Schema Registry; breaking changes cascade to all 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Iceberg metaphor — visible "easy producer/consumer API" above water, hidden "ops, partitioning, schemas" below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Backpressure —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Backpressure = a slow consumer signaling "stop sending so fast"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work arrives faster than it can be processed, something must give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backpressure, queues grow unbounded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Memory blows up, latency spikes, eventually the whole system crashes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danger: cascading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Producer hammers a slow consumer → consumer dies → producer's queue fills → producer dies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Goal: graceful degradation, not collapse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Better to drop or delay some work than to fail completely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Water analogy — fire hose (producer) into a small drain (consumer); without overflow valve, everything floods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Backpressure —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Bounded queues with rejection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Queue full → reject new messages with 503; producer must back off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Rate limiting at the producer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Token bucket or leaky bucket caps requests/second per client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Load shedding: drop non-critical work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Under stress, skip analytics events; keep payments flowing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Circuit breakers: fail fast when downstream is unhealthy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Trip after N failures, return cached/default response, retry after cooldown (Hystrix, resilience4j)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Adaptive concurrency: dynamically adjust parallelism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latency / error signals to scale workers up or down (Netflix concurrency-limits)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Pull-based consumption naturally provides backpressure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Consumers pull only what they can handle; producer queue absorbs the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Five icons — bounded queue, rate limiter, load shedder, circuit breaker, autoscaler — feeding into a "stable system" core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Backpressure Example — Stripe 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Stripe sends webhooks for every payment event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Spikes during sales: thousands of events/second hitting your endpoint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Naive: process inline → endpoint timeouts → Stripe retries → makes it worse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Classic positive feedback loop into total failure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Better: webhook handler does only "verify + enqueue"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Returns 200 in &lt;100ms; heavy work happens async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Best: bounded internal queue + alert when nearing capacity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queue &gt;80%, scale workers up; if &gt;95%, return 429 to Stripe (which retries with backoff)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queue acts as a shock absorber for traffic spikes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10x burst becomes a 30-minute drain instead of an outage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Time-series graph of webhook arrivals (spiky) vs queue drain (smooth), with "auto-scale" annotation at threshold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Backpressure —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prevents catastrophic cascading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single biggest stability win in distributed systems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Pro: makes capacity planning explicit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know your limits because you defined them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requires choosing what to drop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Business decision: which work is sheddable vs critical?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Con: clients must handle 429s and retries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Not all clients are well-behaved; mobile apps especially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it, autoscaling alone won't save you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can't scale faster than failures propagate; backpressure is the brake pedal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timelines — "no backpressure: gradual slowdown → cliff" vs "with backpressure: gentle plateau"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Workflow Orchestration — When Queues Aren't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Simple async fits "fire and forget" or single-step jobs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Send email, resize image, charge card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Multi-step workflows need orchestration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"Place order → reserve inventory → charge card → ship → email confirmation → handle returns"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step may fail, retry, or compensate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charge succeeds but inventory reservation fails, you must refund (saga pattern)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Long-running, stateful processes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Hours, days, or months between steps (e.g., subscription renewals, multi-day approval flows)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Visibility &amp; auditability requirements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"Where is this order?" needs a single answer, not 5 logs across 5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DAG diagram — order workflow with branching, retries, and compensation arrows, contrasted with a flat queue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Workflow Orchestration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AWS Step Functions: managed state machines (JSON / ASL)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Tight AWS integration; visual workflow editor; great for serverless workflows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Apache Airflow: Python DAGs, batch / data pipelines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Originally Airbnb; the standard for ETL &amp; data engineering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Temporal: code-as-workflow, durable execution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Write workflows like normal code; Temporal handles retries, state, history; used by Uber, Snap, Datadog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Cadence (Uber's predecessor to Temporal): similar model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authors; Temporal is the actively-developed fork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Argo Workflows: Kubernetes-native, container per step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fit for ML pipelines and Kubernetes-heavy shops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5-tile gallery with tool logo, language, sweet spot — Step Functions / Airflow / Temporal / Argo / Prefect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Orchestration Example — Uber Trip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Workflow steps: request → match → pickup → ride → drop-off → fare → receipt → rating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Spans 30+ minutes; each step is its own service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Built on Temporal/Cadence at Uber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Workflow code resembles a normal program; durability and retries handled by the platform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Failure handling: retry transient errors, compensate on permanent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Driver cancels mid-ride? Refund partial fare, rematch rider, notify both parties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source of truth for trip state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Customer support and analytics query one workflow, not 8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Linear timeline of trip steps with retry loops, branching for cancellation, and a "Temporal" badge orchestrating it all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Async = decouple "accepting work" from "doing work"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single biggest tool for building responsive, resilient systems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Message queues add buffering, retries, and fault isolation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DLQs, idempotency, and ordering choices are non-negotiable in production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Task queues specialize for application work units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Celery, Sidekiq, Bull bring batteries-included retries, scheduling, priorities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Streaming (Kafka) unlocks pub/sub, event sourcing, and replay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Topics + partitions + offsets are the foundational vocabulary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Backpressure prevents cascading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Bounded queues, rate limits, circuit breakers, load shedding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Orchestration handles multi-step durable workflows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Reach for Temporal/Step Functions/Airflow when queues alone aren't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6-icon summary grid mapping each takeaway to a pictogram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 — Async &amp; Queues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 to async for any operation &gt;1s or with external dependencies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send the email via a Celery/SQS task so we return 202 immediately"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mention idempotency when discussing at-least-once delivery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"Consumer will be idempotent using a dedup table on messageId"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 the right tool for the job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SQS for simple work queues, Kafka for streaming/replay, Temporal for multi-step workflows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Show you understand failure modes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DLQs, poison messages, consumer lag, replication factor, partition rebalancing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Talk through partitioning strategy in streaming questions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"Partition by userId so all events for one user stay ordered on one partition"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observability: queue depth, consumer lag, redelivery rate, DLQ size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are the SRE-level signals that show maturity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"cheat sheet" panel with 6 bullet headers, each with a 1-line answer template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queues as databases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Queues are for in-flight work; long-term state belongs in a DB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idempotency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At-least-once delivery means duplicates; "send email twice" or "charge card twice" = real bugs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DLQ → infinite retries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Poison messages block the queue forever; producers stop, alerts fire, weekend ruined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consumer lag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Lag silently grows for hours, then SLOs are violated; monitor it as a top-tier signal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Picking Kafka when SQS would do (or vice versa)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Kafka is heavy operationally; don't run it for 100 messages/day. Don't use SQS where you need replay.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Synchronous-feeling APIs over async backends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Polling forever for a job result instead of using webhooks/WebSockets degrades UX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Schema changes that break consumers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use a Schema Registry + backward-compatible evolution (Avro, Protobuf)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testing failure paths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Worker crashes mid-task, broker restarts, network partitions — chaos test these in 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"Warning signs" themed slide — 8 red caution-tape strips, each with a one-line pitfall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9: Communication Protocols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Why Communication Protocols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systems are conversations between machines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request, every database query, every cache hit is a network call governed by some protocol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Protocol choice dictates latency, throughput, and reliability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Picking TCP vs UDP, REST vs gRPC, polling vs WebSockets can swing performance by 10x or more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Protocols define the contract between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They encode assumptions about ordering, delivery guarantees, encoding, and error handling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System design interviews probe protocol fluency constantly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"How would you push live scores to 10M users?" is fundamentally a protocol question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One layer's strength is another's weakness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Reliability costs latency; flexibility costs structure; choosing well requires understanding the trade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Layered diagram showing client -&gt; protocol -&gt; network -&gt; protocol -&gt; server, with annotations for "where latency hides" at each...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OSI Model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OSI (Open Systems Interconnection) model is a 7-layer conceptual framework for network communication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Created by ISO in 1984 as a vendor-neutral way to reason about networking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layer has a single responsibility and talks only to layers directly above and below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separation lets you swap implementations (e.g., Ethernet for Wi-Fi at L2) without rewriting upper layers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Real-world stacks (TCP/IP) don't strictly match OSI but borrow its vocabulary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"L4 load balancer" or "L7 proxy" comes directly from OSI terminology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It exists to give engineers a shared mental model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someone says "the problem is at Layer 3," every network engineer knows they mean routing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Foundational because system design constantly references L4 vs L7 distinctions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Understanding the model unlocks discussions about load balancers, firewalls, and proxies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Vertical 7-layer stack with icons (cable for L1, MAC address for L2, IP for L3, TCP/UDP for L4, etc.)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OSI Model - The 7 Layers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1 - Physical: bits over wire/fiber/radio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Cables, voltages, Wi-Fi signals; deals with raw 0s and 1s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2 - Data Link: frames between adjacent nodes (Ethernet, MAC addresses)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Handles collisions and local addressing on the same network segment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3 - Network: packets across networks (IP, routing)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Routes data between different networks using IP addresses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4 - Transport: end-to-end delivery (TCP, UDP)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Manages reliability, ordering, flow control between processes on different hosts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 5-6-7 - Session, Presentation, Application: conversations, encoding (TLS, JSON), and the actual app (HTTP, SMTP)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practice these three are often blurred together; HTTP, gRPC, and DNS all live "at L7"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7 layers with example data unit at each (bit -&gt; frame -&gt; packet -&gt; segment -&gt; data) and a representative protocol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OSI Model - L4 vs L7 in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L4 load balancers route on IP and port without inspecting payload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Fast, protocol-agnostic; AWS NLB, HAProxy in TCP mode, IPVS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L7 load balancers understand HTTP, can route on URL, headers, cookies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Smarter routing (e.g., /api/v2 to new cluster); Nginx, Envoy, AWS ALB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L4 is cheaper and faster but blind to application semantics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Can't do path-based routing, header rewrites, or content-based caching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L7 enables advanced features at higher CPU cost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TLS termination, A/B testing, canary deployments, sticky sessions by user ID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L4 when you need raw throughput; L7 when you need application-aware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systems often layer both: L4 in front of L7 for tiered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Side-by-side comparison - L4 LB looking at "envelope" only vs L7 LB reading the "letter inside"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OSI vs TCP/IP Model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TCP/IP model is the practical 4-layer model the internet actually uses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Link -&gt; Internet -&gt; Transport -&gt; Application; collapses OSI's L1+L2 and L5+L6+L7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OSI is the textbook reference; TCP/IP is the engineering reality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You'll see TCP/IP terms in RFCs and documentation, OSI terms in interviews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Mapping: OSI L1+L2 = TCP/IP Link; L3 = Internet; L4 = Transport; L5+L6+L7 = Application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Functionality is the same, granularity differs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Why this matters: when you read "the application layer" in TCP/IP, it includes encoding and session management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HTTPS bundles HTTP (L7), TLS (L5/6), and runs on TCP (L4) over IP (L3)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Both models exist because abstraction is the only way to manage networking complexity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don't write code that thinks about voltage levels when calling fetch()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stacks side-by-side with arrows mapping OSI 7 layers to TCP/IP 4 layers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TCP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 (Transmission Control Protocol) is connection-oriented and reliable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Sender and receiver establish a session, exchange data with guaranteed delivery, then tear down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Guarantees: in-order delivery, no duplicates, no losses (or you get an error)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OS retransmits lost packets, reorders out-of-order ones, and deduplicates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Trades latency and overhead for reliability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packet is acknowledged; lost packets trigger retransmission; congestion control throttles speed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 is the workhorse of the internet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HTTP/1.1, HTTP/2, SSH, SMTP, FTP, database connections - virtually all "important" data uses TCP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because applications need reliable byte streams without writing their own retry logic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Before TCP, every app reinvented retry, ordering, and flow control - TCP standardized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stick figures passing numbered envelopes back and forth with checkmarks for ACKs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TCP - 3-Way Handshake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1 - SYN: client sends synchronize packet with initial sequence number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"Hi, I want to talk; my numbering starts at X"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2 - SYN-ACK: server replies with its own SYN and acknowledges client's SYN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"Got it, I'll number my data starting at Y, and I confirm I saw your X"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3 - ACK: client acknowledges server's SYN, connection established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"Confirmed, let's go"; takes 1.5 round-trips before any real data flows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Connection teardown uses a 4-way handshake (FIN, ACK, FIN, ACK)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side closes its half independently; this is why "TIME_WAIT" sockets accumulate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Handshake overhead is why TCP feels slow on high-latency networks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 a 100ms RTT link, you've burned 150ms before sending a single byte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with client and server lifelines showing SYN, SYN-ACK, ACK arrows with timestamps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UDP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UDP (User Datagram Protocol) is connectionless and unreliable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Send a packet and hope it arrives; no handshake, no acknowledgments, no retransmission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"Fire and forget" semantics with minimal overhead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8-byte header vs TCP's 20+ bytes; no connection state on either side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ordering, no deduplication, no congestion control by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Application is responsible for handling lost or out-of-order packets if it cares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Faster and lighter than TCP, ideal when latency matters more than reliability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Real-time use cases tolerate occasional loss but cannot tolerate buffering delays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for cases where retransmission is worse than loss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 a video call, a 200ms-old frame is useless; better to skip it than wait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Stick figure throwing paper airplanes - some fly, some crash, sender doesn't look back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TCP vs UDP - Trade-offs and When to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TCP when correctness &gt; speed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Banking transactions, file downloads, web pages, emails, database queries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UDP when speed &gt; perfect delivery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Live video, online gaming, VoIP, DNS lookups, real-time telemetry, multicast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 is slower because of retransmissions, ACKs, congestion control, and head-of-line blocking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lost packet stalls everything behind it until it's recovered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UDP forces you to build reliability yourself if you need 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QUIC (used by HTTP/3) does exactly this: UDP + custom reliability layer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examples: Netflix uses TCP for control plane and UDP-based protocols for video chunks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Google Meet, Zoom, Discord voice all run RTP-over-UDP for audio/video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tree - "Is loss tolerable?" branching to UDP, "Need reliability?" branching to TCP, with example apps at leaves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TCP vs UDP - Real Product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HTTP, HTTPS, SSH, SFTP, SMTP -&gt; TCP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Loading this slide deck, pulling git repos, sending emails all rely on TCP guarantees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DNS queries -&gt; primarily UDP (with TCP fallback for large responses)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 is small and idempotent; retry on timeout is fine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Online games (Fortnite, CS:GO, Valorant) -&gt; UDP for game state, TCP for chat/lobby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Position updates that arrive 50ms late are useless; chat messages need reliability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Streaming (YouTube live, Twitch, Zoom) -&gt; UDP-based RTP for media, TCP for control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Video frames can be dropped gracefully; "join meeting" command must succeed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WhatsApp/Signal voice calls -&gt; SRTP over UDP for audio, TCP for messaging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Voice tolerates loss; "read receipts" need exact-once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Product logos in two columns - TCP column (Gmail, GitHub, Stripe) and UDP column (Zoom audio, Fortnite, DNS)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TCP/UDP Diagram - Packet Flow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 flow: connect -&gt; data -&gt; ACK -&gt; data -&gt; ACK -&gt; close (lots of bookkeeping)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segment carries sequence numbers, ACK numbers, window size, flags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UDP flow: send packet, send packet, send packet (no return trips)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datagram is independent with just source/dest port and length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TCP retransmission scenario: packet 5 lost -&gt; receiver buffers 6, 7, 8 -&gt; sender resends 5 -&gt; deliver 5,6,7,8 in order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buffering causes head-of-line blocking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UDP loss scenario: packet 5 lost -&gt; receiver gets 6, 7, 8 -&gt; application decides what to do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Game engine interpolates missing position; voice codec masks dropped frame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Visualizing the difference clarifies why protocol choice matters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"shape" of the conversation determines latency floor and reliability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timelines side-by-side - TCP showing handshake, ordered delivery with ACKs; UDP showing simple unidirectional packet stream...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 Protocol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 (HyperText Transfer Protocol) is the request-response protocol of the web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sends a request (method + URL + headers + optional body), server sends a response (status + headers + body)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Stateless by design: each request is independent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 doesn't remember previous requests; state lives in cookies, tokens, or databases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Text-based and human-readable in HTTP/1.x; binary in HTTP/2 and HTTP/3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can literally telnet to port 80 and type GET / HTTP/1.1 in HTTP/1.1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Built on TCP (HTTP/1.1, HTTP/2) or QUIC/UDP (HTTP/3)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Transport choice fundamentally changes performance characteristics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to standardize document and resource transfer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Before HTTP, every system had a custom protocol; HTTP made the web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Browser sending GET /index.html request with headers shown, server responding with 200 OK and HTML body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HTTP/1.1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Text-based protocol with one request per connection (originally)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request opens a TCP connection, sends, receives, closes - extremely wasteful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Keep-alive (persistent connections) reuses TCP connection for multiple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Default in HTTP/1.1; saves the handshake cost on subsequent requests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Pipelining allows multiple requests without waiting for responses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Rarely used in practice due to head-of-line blocking and proxy bugs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Head-of-line blocking: response 1 must complete before response 2 starts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slow image blocks all subsequent assets on the same connection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Browsers work around this by opening 6 parallel connections per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This is why "domain sharding" was a popular HTTP/1.1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Timeline showing 6 parallel TCP connections, each fetching assets sequentially with idle gaps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HTTP/2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Binary framing layer replaces text parsing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Frames are typed (HEADERS, DATA, SETTINGS, etc.); efficient and unambiguous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Multiplexing: many requests/responses interleaved on one TCP connection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Solves application-layer head-of-line blocking; one connection serves the whole page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HPACK header compression reduces redundant header bytes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Cookies, User-Agent, Accept headers are sent once and referenced by index thereafter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push allows server to preemptively send resources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"You asked for index.html; here's style.css too because I know you'll need it"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Still suffers from TCP-level head-of-line blocking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lost TCP packet stalls all multiplexed streams until retransmission 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Single TCP connection with multiple colored streams (HTML, CSS, JS, images) interleaved as frames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HTTP/3 and QUIC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HTTP/3 runs over QUIC, which runs over UDP instead of TCP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Google built QUIC in user space for faster iteration than kernel-level TCP changes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Eliminates TCP head-of-line blocking by giving each stream its own loss recovery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lost packet for stream 1 doesn't stall streams 2, 3, 4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Faster connection setup with 0-RTT and 1-RTT handshakes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Reconnecting clients can send data with the very first packet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TLS 1.3 baked in; encryption is mandatory at the transport level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more "speak HTTP first then upgrade to TLS" round trips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Better mobile performance with connection migration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Switch Wi-Fi to cellular and your QUIC connection survives via connection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HTTP/3 stack diagram - HTTP/3 -&gt; QUIC -&gt; UDP -&gt; IP, with TLS 1.3 inside QUIC, contrasted with HTTP/2 -&gt; TLS -&gt; TCP -&gt; IP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 Methods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GET: retrieve a resource; safe and idempotent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Should never modify server state; cacheable; parameters in URL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POST: create a resource or trigger a non-idempotent 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Two POSTs to /orders create two orders; not safe to retry blindly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PUT: replace a resource entirely; idempotent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PUT /users/42 with full user object; same call twice yields same result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PATCH: partial update; usually idempotent but not guaranteed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PATCH /users/42 with {"email": "x@y.com"} only changes email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DELETE: remove a resource; idempotent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HEAD: like GET but no body (check existence/headers); OPTIONS: discover allowed methods (CORS preflight)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Method matrix with columns Safe, Idempotent, Cacheable, Has-Body and rows for each method with checkmarks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 Status Codes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2xx Success: 200 OK, 201 Created, 204 No Content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201 means resource created (use after POST); 204 means success but no body to return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3xx Redirection: 301 Moved Permanently, 302 Found, 304 Not Modified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301 is cacheable forever; 304 enables conditional GETs with ETag/If-Modified-Since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4xx Client Error: 400 Bad Request, 401 Unauthorized, 403 Forbidden, 404 Not Found, 429 Too Many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401 means "who are you?"; 403 means "I know you, you can't do this"; 429 signals rate limiting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5xx Server Error: 500 Internal Server Error, 502 Bad Gateway, 503 Service Unavailable, 504 Gateway Timeout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502/504 typically indicate problems behind your load balancer; 503 means deliberately unavailable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Picking the right code matters for caching, retries, and observability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Returning 200 with an error body breaks every middlebox that relies on status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Color-coded grid - green 2xx, yellow 3xx, orange 4xx, red 5xx with key codes and one-line descriptions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 Headers, Cookies, and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Headers carry metadata: Content-Type, Authorization, Cache-Control, User-Agent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Custom headers (X-Request-ID, X-Forwarded-For) propagate trace IDs and client IPs through proxies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Cookies are key-value pairs the server sets and the browser sends back automatically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Set-Cookie response header; Cookie request header; scoped by domain and path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Sessions are server-side state keyed by a cookie (often a session ID)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Alternative: stateless JWTs that encode user info in the cookie itself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Critical security flags: HttpOnly (no JS access), Secure (HTTPS only), SameSite (CSRF protection)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Missing these flags is how XSS attacks steal session tokens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Cache-Control headers govern CDN and browser caching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max-age, no-store, private, immutable, stale-while-revalidate each have specific meanings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HTTP request/response with headers highlighted, showing cookie flow and a session token round trip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HTTP Comparison and Real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HTTP/1.1: still ubiquitous, simple to debug, fine for small APIs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curl, postman, server logs all show readable HTTP/1.1 traffic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HTTP/2: most production websites in 2020+; great for multi-asset pages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Cloudflare, Google, Facebook serve HTTP/2 by default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HTTP/3: rolling out at scale; Google, Cloudflare, Meta, Akamai have 30%+ traffic on HTTP/3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Especially beneficial for mobile users on flaky networks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Migration is mostly transparent: same URLs, same APIs, faster transport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browser and server negotiate the highest version both support via ALPN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based on infrastructure: HTTP/3 needs UDP-friendly networks (some corporate firewalls block it)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CDNs auto-upgrade and fall back gracefully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Bar chart showing page load time for 1.1 vs 2 vs 3 on a 100-asset page, plus a globe with major adopters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API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(Representational State Transfer) is an architectural style for HTTP APIs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Coined by Roy Fielding in 2000; not a protocol, just a set of conventions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Core principles: client-server, stateless, cacheable, uniform interface, layered, code-on-demand (optional)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Statelessness means each request contains everything the server needs to process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Resource-oriented: every "thing" gets a URL; verbs are HTTP methods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/users, /users/42, /users/42/orders are nouns; GET/POST/PUT/DELETE are verbs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to standardize CRUD APIs and leverage HTTP's existing semantics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get caching, content negotiation, status codes, and tooling for free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Dominates web APIs because it's simple, debuggable, and composable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Stripe, GitHub, Twitter, Slack all expose REST-ish APIs as their primary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URL anatomy - /api/v1/users/42/orders?status=pending broken into resource path components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URL Design and 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plural nouns for collections: /users, /orders, /products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Singular for top-level when it makes sense: /me, /health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IDs for specific resources: /users/42 not /user/42 or /getUser?id=42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Hierarchy reflects relationships: /users/42/orders/100/items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Filter, sort, paginate via query parameters: ?status=active&amp;sort=-created_at&amp;page=2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Don't put filters in the path; that's a different resource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Avoid verbs in URLs; the HTTP method IS the verb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Bad: POST /createUser; Good: POST /users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non-CRUD actions, use sub-resources or be pragmatic: POST /orders/42/cancel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Pure REST purists hate this; everyone does it anyway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- "Bad URL" vs "Good URL" with examples like /getUser?id=42 -&gt; GET /users/42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Idempotency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Idempotent: calling N times has the same effect as calling once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GET, PUT, DELETE, HEAD, OPTIONS are idempotent by spec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POST is NOT idempotent: each call creates a new resource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POST /orders twice creates two orders; this is why double-clicking "Submit" is dangerous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Idempotency enables safe retries on network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doesn't know if request succeeded -&gt; retry it -&gt; server handles duplicate gracefully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non-idempotent operations, use idempotency keys (Stripe-style)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generates a UUID, server stores it for 24h, returns cached response on duplicate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Idempotency is the foundation of reliable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it, every retry risks double-charging customers or duplicating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Network failure scenario - client times out, retries, server recognizes idempotency key and returns same response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vs SOAP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REST: lightweight, JSON, HTTP-native, easy to debug, mobile-friendly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Build a REST API in 10 minutes; debug it with curl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SOAP: heavyweight, XML, protocol-agnostic, strong contracts via WSDL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Verbose envelopes, built-in security (WS-Security), formal schemas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won for public web APIs; SOAP persists in enterprise/legacy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Banks, payment processors, government systems still ship SOAP endpoints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SOAP advantages: built-in transactions, formal contracts, language-agnostic codegen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you need ACID across services or strict typing, SOAP/WSDL still has merit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advantages: simpler, cacheable, lower bandwidth, better tooling, ubiquitous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95% of new APIs in 2020+, REST (or gRPC, or GraphQL)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Side-by-side request - REST showing tiny JSON, SOAP showing 50-line XML envelope for the same operation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Pagination, Filtering, and Versioning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Pagination strategies: offset (?page=2&amp;size=20), cursor (?cursor=eyJpZCI6MTAwfQ), keyset (?after_id=100)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Cursor and keyset are stable under inserts; offset breaks when data shifts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Filtering: query params for simple cases (?status=active), JSON body for complex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GraphQL solves complex querying entirely; REST gets awkward past 4-5 filter dimensions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Versioning: URL (/v1/users), header (Accept: application/vnd.api+json;version=1), query (?v=1)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URL versioning is most common because it's visible and easy to route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Backward compatibility matters: never break v1 while v2 exists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fields freely; renaming or removing fields breaks clients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Deprecation strategy: announce, dual-run, sunset with clear timelines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Stripe gives 1+ year notice and pins API versions per account for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Pagination comparison showing offset-based "page 2 of 10" vs cursor-based "next: abc123"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API - Real Product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Stripe API: gold standard REST design with idempotency keys, versioning, deep filtering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 /v1/charges?limit=10&amp;customer=cus_123; uses cursor pagination via starting_after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GitHub API v3: classic REST with hypermedia links and rate limit headers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 /repos/{owner}/{repo}/issues; includes Link headers for pagination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Twilio, Twitter v1.1, Slack Web API: similar RESTful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Resource URLs, HTTP methods, JSON payloads, OAuth tokens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patterns: API keys in Authorization header, JSON request/response, rate limit headers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X-RateLimit-Remaining and Retry-After are de facto standards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These APIs demonstrate REST's strengths: discoverability, cacheability, ecosystem support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language has a great HTTP client; Postman/Insomnia work out of the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Logos of Stripe, GitHub, Twilio, Slack with example endpoints listed below each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REST Diagram - Request/Response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 -&gt; DNS lookup -&gt; TCP/TLS handshake -&gt; HTTP request -&gt; server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clients reuse connections; first request pays handshake cost, subsequent ones don't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-&gt; auth middleware -&gt; rate limiter -&gt; router -&gt; controller -&gt; database -&gt; response builder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can short-circuit (401 from auth, 429 from rate limiter)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Response flows back: HTTP response -&gt; CDN cache check -&gt; client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Cacheable responses get stored at edge; subsequent requests skip the origin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Status code, headers, body all carry information for the client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parses JSON, reads pagination links, updates UI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Understanding this lifecycle helps debug latency: where is the time going?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DNS? TLS? Server-side? Database? Network? Different fixes for different bottlenecks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from browser to CDN to LB to app server to DB and back, with latency annotations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RPC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RPC (Remote Procedure Call) lets you call a function on another machine like it's local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clientStub.getUser(42) feels like a local call but executes on a remote server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Hides network details behind a function call abstraction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Marshaling, network I/O, error handling all wrapped by generated stub code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Older than HTTP: ONC RPC (Sun, 1984), CORBA, Java RMI all predate REST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idea is fundamental; modern incarnations (gRPC, Thrift) refined the execution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because thinking in functions is more natural than thinking in resources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service-to-service calls, "createOrder(customer, items)" feels right; REST forces noun-shaping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illusion is leaky: networks fail, latency exists, partial failures happen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Fallacies of distributed computing - treating remote calls as local is the original 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boxes labeled "Client" and "Server" with a function call arrow that conceptually crosses both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gRPC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gRPC = Google RPC: HTTP/2 transport, Protocol Buffers serialization, multi-language codegen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Open-sourced by Google in 2015; built on internal Stubby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Protobuf .proto files define services and messages; tooling generates clients and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source of truth; generated code is type-safe in Go, Java, Python, C++, etc.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Four streaming modes: unary, server-streaming, client-streaming, bidirectional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Replaces REST + WebSockets + polling with a single protocol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HTTP/2 multiplexing means one connection handles many concurrent calls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Header compression and binary framing cut overhead vs JSON over HTTP/1.1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Built-in deadlines, cancellation, retries, load balancing primitives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Production-grade out of the box; cloud providers offer managed gRPC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.proto schema -&gt; code generator -&gt; client stub + server skeleton in 4 different languages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gRPC vs REST - When to Use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gRPC: internal microservice-to-microservice communication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Strong typing, low latency, streaming, polyglot teams; Netflix, Square, Uber use it heavily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REST: public APIs, browser clients, simple CRUD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Universal tooling, debuggable with curl, no special client libraries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gRPC needs HTTP/2; some networks/proxies still struggle (improving fast)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gRPC-Web bridges browsers but adds a proxy hop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is easier to evolve loosely; gRPC enforces stricter contracts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Trade-off: REST flexibility vs gRPC safety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Many companies run both: REST at the edge for clients, gRPC internally between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GraphQL is sometimes the third option for complex client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Architecture diagram - mobile/browser -&gt; REST gateway -&gt; gRPC mesh of microservices -&gt; databases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Protobuf vs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Protobuf is a binary, schema-first serialization format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Fields tagged by integer; no field names on the wire; schema required to decode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JSON is text, schema-less, self-describing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Human-readable; works without any external definition; ubiquitous tooling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Size: Protobuf typically 30-70% smaller than equivalent JSON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quotes, no field names, integers packed efficiently, repeated fields delta-encoded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Speed: Protobuf parses 5-10x faster than JSON in most languages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Generated parsers walk fixed offsets; JSON parsers tokenize and allocate strings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JSON debuggable in any browser/curl; Protobuf needs schema and tools to inspect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Protobuf when bandwidth/CPU matter; JSON when human inspection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Same User object shown as 200-byte JSON next to 80-byte Protobuf hex dump, with parse-time benchmark bars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gRPC Diagram - Streaming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Unary: one request, one response (like REST GET)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getUser(id) -&gt; User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streaming: one request, stream of responses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listEvents(filter) -&gt; stream of Event messages; great for log tailing, news feeds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 streaming: stream of requests, one response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uploadChunks(stream of Chunk) -&gt; UploadResult; useful for file uploads, batch ingestion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Bidirectional streaming: both sides stream independently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chat(stream of Message) -&gt; stream of Message; perfect for real-time collaboration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All four modes share one HTTP/2 connection and contract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Replaces multiple protocols with a unified streaming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2x2 grid showing four streaming modes with arrows representing message flow direction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RPC Real Examples and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Google internal: Stubby (gRPC's predecessor) for thousands of microservices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internal API call is RPC; REST is rare internally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Kubernetes: gRPC for kubelet &lt;-&gt; API server, etcd &lt;-&gt; peers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High-frequency control plane traffic benefits from binary efficiency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Etsy, Square, Lyft: gRPC for service mesh; REST/GraphQL at the edge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Internal latency drops 30-50% vs JSON-over-HTTP/1.1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Trade-offs: harder to debug (need grpcurl or BloomRPC), browser support requires gRPC-Web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Tooling has matured but still less ubiquitous than HTTP/JSON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RPC for service mesh; REST for public APIs; both for hybrid architectures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right answer is rarely one protocol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Real-world stack - mobile app -&gt; REST -&gt; API gateway -&gt; gRPC -&gt; 50 microservices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WebSockets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WebSocket is a full-duplex, persistent connection over a single TCP socket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After an HTTP-based handshake (Upgrade: websocket), the connection becomes bidirectional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Both sides can send messages anytime without waiting for a request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 pushes events to client; client sends commands to server; symmetric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Designed for real-time, low-latency communication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Avoids the cost of repeatedly opening HTTP connections or polling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Works through most firewalls because it starts as HTTP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Standard ports 80/443; survives most corporate proxies (with WSS for TLS)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because HTTP's request-response model is wrong for real-time apps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Before WebSockets, "real-time" meant ugly hacks like long polling or Comet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HTTP handshake transitioning into a persistent bidirectional pipe with messages flowing both ways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WebSockets vs Polling vs 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Short polling: client requests every N seconds; simple but wasteful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60 requests/min for sub-second freshness; horrendous server load and battery drain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Long polling: client request hangs until server has data, then immediately reconnects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Lower waste than short polling but still HTTP overhead per message; complex on server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SSE (Server-Sent Events): one-way server-to-client over HTTP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Simpler than WebSockets; built-in reconnection; client cannot push (uses separate HTTP for that)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WebSocket: full-duplex, lowest latency, persistent connection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Best for chat, collaborative editing, multiplayer games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based on traffic pattern: SSE for read-heavy feeds, WebSocket for interactive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Stock tickers and news feeds work great with SSE; chat needs WebSockets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 timelines comparing short polling, long polling, SSE, and WebSocket - showing message latency and connection count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WebSockets - Real Product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Discord: WebSocket for voice channel signaling, presence, chat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Millions of concurrent connections; uses Erlang/Elixir for connection-heavy workloads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Slack: WebSocket (RTM API) for real-time message delivery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Now mostly Events API + WebSocket fallback; chat updates feel instant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Trading platforms (Robinhood, Coinbase): WebSocket for market data streams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Sub-millisecond price updates require persistent push connections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Collaborative editors (Google Docs, Figma, Notion): WebSocket for OT/CRDT sync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keystroke flows over WebSocket so other users see edits in real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Multiplayer games (Agar.io, browser games): WebSocket for game state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UDP isn't available (browsers), WebSocket is the lowest-latency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Product logos with their use case - Discord (voice signaling), Figma (cursor sync), Robinhood (price updates)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WebSocket Trade-offs and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Stateful connections complicate horizontal scaling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Load balancers need sticky sessions or pub/sub backplane (Redis, Kafka) to broadcast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Memory and file descriptors per connection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1M connections = 1M sockets in kernel + app memory; tune ulimits and use efficient runtimes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Reconnection logic is your problem: networks drop, mobile switches Wi-Fi/cellular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Implement exponential backoff, resume tokens, deduplication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built-in caching, batching, or rate limiting like HTTP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build the application protocol on top - message types, ack semantics, heartbeats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only when you actually need real-time bidirectional comms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 "every minute" updates, polling or SSE is simpler and cheaper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WebSocket scaling architecture - clients -&gt; sticky LB -&gt; WebSocket servers -&gt; Redis pub/sub -&gt; backend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WebSocket Diagram - Connection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1: Client sends HTTP request with Upgrade: websocket and Sec-WebSocket-Key headers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Looks like normal HTTP, traverses any HTTP-aware infrastructure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2: Server responds 101 Switching Protocols; TCP connection now speaks WebSocket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Transition is irreversible; same socket carries WS frames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3: Both sides exchange framed messages (text or binary) anytime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Frames have small headers; messages can be fragmented across frames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4: Heartbeats (ping/pong) keep connection alive through NAT timeouts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Without them, idle connections die silently after a few minutes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 5: Either side sends close frame; TCP socket teardown follows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Graceful close codes communicate intent (1000 normal, 1001 going away, 1006 abnormal)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- HTTP upgrade handshake, then bidirectional message flow, then close handshake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GraphQL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GraphQL is a query language and runtime for APIs, developed by Facebook (2012, open-sourced 2015)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 specifies exactly what fields it needs; server returns exactly that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endpoint (typically /graphql); one POST per query regardless of resources fetched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Replaces dozens of REST endpoints with one schema-driven entry point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Strongly typed schema defines all queries, mutations, subscriptions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Schema is the contract; tools (GraphiQL, codegen) leverage it for great DX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Solves over-fetching and under-fetching problems in REST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REST: one endpoint returns 50 fields when you need 3 (over-fetching) or you call 5 endpoints to assemble a screen (under-fetching)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Exists because mobile clients have varied data needs and bandwidth constraints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Facebook's mobile teams built it to ship features without backend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GraphQL query alongside its precise JSON response, contrasted with REST returning a bloated payload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GraphQL vs REST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GraphQL flexibility: client-driven queries, no versioning needed (deprecate fields, add new ones)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Mobile teams can iterate without waiting for backend endpoint changes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simplicity: HTTP caching just works; CDN-friendly; debuggable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GraphQL needs custom caching (Apollo, Relay) since all queries POST to one URL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GraphQL complexity costs: N+1 query problem, complex authorization, harder to rate limit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DataLoader pattern, query depth limits, persisted queries help but add overhead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REST excels for cacheable resource-oriented APIs; GraphQL excels for complex client UIs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Facebook, Shopify, GitHub (v4) ship GraphQL; Stripe, AWS still REST-first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GraphQL when client data needs vary widely; REST when resources are stable and cacheable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Hybrid is common: REST for public API, GraphQL for internal app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Decision matrix - "Many clients with different needs?" GraphQL; "Public API with caching?" REST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GraphQL Real Examples and When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GitHub API v4: full GraphQL replacement for REST v3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query fetches repo + issues + PRs + comments in a single round trip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Shopify Storefront API: GraphQL for theme/storefront customization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Frontend devs assemble exactly the product data they need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Facebook, Instagram, Twitter (partially): GraphQL powers mobile apps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Bandwidth-constrained mobile clients benefit most from precise queries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GraphQL when: many client types, evolving UIs, complex relationships, mobile bandwidth concerns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when: simple CRUD, public API needing HTTP caching, small team without GraphQL experience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Subscriptions provide real-time updates over WebSocket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GraphQL becomes a unified query/mutation/streaming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GitHub GraphQL example - one query fetching repo metadata, last 10 issues, and authors' avatars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GraphQL Diagram - Query Resolution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 sends POST /graphql with query string and variables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endpoint; query body describes the desired shape of the response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parses query, validates against schema, generates execution plan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Type-checks every field, argument, fragment before any resolver runs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Resolvers fetch each field, often in parallel; DataLoader batches DB calls to avoid N+1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getUser resolver triggers, getOrders resolver runs in parallel, etc.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assembles result tree matching query shape; returns JSON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Errors are partial: you can get 200 OK with some fields populated and some null with errors[]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Client merges into normalized cache (Apollo/Relay) for fast subsequent renders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 invalidation is fine-grained per object/field, not per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Flow chart - query -&gt; parse -&gt; validate -&gt; plan -&gt; resolvers (parallel) -&gt; assemble -&gt; JSON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Protocol choice is a system design lever, not a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TCP for reliability, UDP for speed, HTTP/2 or 3 for web, gRPC for microservices, WebSocket for real-time, GraphQL for flexible queries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Understand L4 vs L7 - it shapes load balancers, proxies, and security tooling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"Where do I terminate TLS?" and "Can I route by URL?" both hinge on this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Idempotency is non-negotiable for reliable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GET/PUT/DELETE safe to retry; POST needs idempotency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HTTP versions matter: each generation removed a class of latency problem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1.1 -&gt; 2 (multiplexing) -&gt; 3 (no TCP HoL blocking)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Real-time apps need persistent connections (WebSocket/SSE) - not polling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Polling worked in 2005; in 2026 it's a code smell unless data is genuinely low-frequency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One-page cheat sheet with protocol -&gt; use case mapping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justify protocol choice with concrete trade-offs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use UDP because frame loss is acceptable but 50ms latency is not" beats "UDP is faster"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HTTP/2 or HTTP/3 when discussing modern web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Shows you're current; especially relevant for high-throughput services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real-time features, walk the polling -&gt; long polling -&gt; SSE -&gt; WebSocket evolution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Demonstrates depth; lets you choose the simplest option that meets the requirements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Discuss idempotency and retries when designing payment, order, or messaging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Interviewers love hearing "idempotency key in the request" for POST endpoints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Know when to NOT use a protocol: GraphQL for simple CRUD, gRPC for browser, WebSocket for low-frequency updates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Showing where things break is as valuable as knowing where they shine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script template - "Requirement -&gt; Constraint -&gt; Protocol -&gt; Trade-off acknowledged"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Section 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Defaulting to REST for everything ignoring streaming or low-latency needs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"We just polled the API every 500ms" - now your server is melting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TCP head-of-line blocking when discussing HTTP/2 performance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HTTP/2 doesn't fully solve HoL; HTTP/3 does (interview gotcha)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remote calls as local (RPC fallacy)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Network failures, partial failures, timeouts must be designed for explicitly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Using WebSockets when SSE or long polling would suffice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Persistent bidirectional connections are expensive; use them when you actually need bidi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authentication, rate limiting, and observability at the protocol layer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protocol needs auth (Bearer tokens, mTLS), throttling (429s, leaky buckets), and tracing (X-Request-ID)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Not versioning APIs from day one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"We'll add /v1 later" usually means breaking every existing client when "later" arrives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"Avoid these traps" warning signs with each pitfall and its consequence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10: Security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11: Advanced Topics and Interview Framework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1: Security Fundamentals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Security Fundamentals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is not a feature, it is a property of the entire system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component, layer, and human interaction can be an attack surface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foundational pillars: principles, mechanisms, and defenses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Principles guide design, mechanisms enforce policy, defenses respond to attacks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Goal: protect data, users, and infrastructure from unauthorized access or harm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While maintaining usability and performance for legitimate users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is continuous, not one-time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Threats evolve; defenses must evolve with them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Equifax 2017 breach exposed 147M records due to one unpatched library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single weak link compromised the entire fortress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Concentric castle walls labeled "Network → Host → Application → Data" with arrows showing attacks bouncing off multiple layers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Defense in Depth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 in depth means layered security controls so no single failure is catastrophic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one layer fails, others still protect the asset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Layers typically include: perimeter (firewall, WAF), network (VPC, segmentation), host (OS hardening), application (input validation, authz), data (encryption)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is independent and uses different mechanisms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Assume breach: design as if attackers will get past the outer wall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Internal services should still authenticate, authorize, and log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Redundant controls: multiple firewalls, multiple authentication factors, multiple logging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Attacker must defeat every layer to succeed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uses VPC + Security Groups + NACLs + IAM + KMS as overlapping layers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Compromising one does not grant access to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Onion diagram with layers labeled outer-to-inner: WAF, Firewall, IDS, Auth, Encryption, Audit Logs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CIA Triad - The Three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Confidentiality: only authorized parties can read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Achieved via encryption, access control, authentication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Integrity: data is not tampered with in transit or at rest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Achieved via hashing, digital signatures, checksums, version control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Availability: legitimate users can access the system when needed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Achieved via redundancy, DDoS protection, rate limiting,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Trade-offs exist between the three pillars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Heavy encryption can hurt availability; aggressive rate limiting can hurt availability for legitimate users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Banking app must keep balance secret (C), unalterable (I), and accessible 24/7 (A)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Failure in any one pillar destroys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Equilateral triangle with vertices labeled Confidentiality, Integrity, Availability; center labeled "Security"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Authentication vs Authorization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Authentication (AuthN) answers: who are you?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Verifies identity using passwords, tokens, biometrics, certificates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Authorization (AuthZ) answers: what are you allowed to do?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Determines permissions, roles, scopes, resource access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Order matters: authenticate first, then authorize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Cannot grant permissions without knowing the identity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mistake: conflating the two leads to security holes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logged-in user is not automatically allowed to access every resource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Boarding a plane - showing your ID is authentication, your ticket class is authorization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ID gets you in the airport; ticket determines which seat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Two-step gate diagram. Gate 1: "Who are you?" with ID check. Gate 2: "What can you do?" with permission badge check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Principle of Least Privilege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Grant the minimum permissions needed to perform a task, nothing more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Reduces blast radius if credentials are compromised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Apply to users, services, processes, and database accounts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Microservice X should not have DROP TABLE privilege if it only reads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Time-bound access: temporary elevation when needed, revoked after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JIT (just-in-time) access for production debugging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Role-based access control (RBAC) and attribute-based access control (ABAC) operationalize this principle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Roles bundle permissions; attributes add context (time, location, resource tag)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IAM roles for EC2 instances scoped to specific S3 buckets and actions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compromised instance cannot enumerate or delete unrelated buckets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Org chart where each role has a small key icon labeled with only the specific permissions it holds; CEO does NOT have all keys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Security Fundamentals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vs Usability: stronger controls add friction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2FA improves security but slows login; balance per risk level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vs Performance: encryption and validation cost CPU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TLS termination at edge; selective encryption of sensitive fields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vs Cost: dedicated security teams, audits, tooling are expensive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Match investment to threat model and data sensitivity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Security vs Developer Velocity: strict review gates slow shipping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Automate scans (SAST, DAST, dependency scanning) into CI/CD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Google BeyondCorp replaced VPN with continuous device + user verification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Higher security with better UX, but multi-year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Four-quadrant chart with security on Y-axis and usability/performance/cost/velocity on X-axis showing balance points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2: Encryption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Encryption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Encryption transforms readable data (plaintext) into unreadable ciphertext using a key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Only those with the right key can reverse it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main families: symmetric (one shared key) and asymmetric (key pair)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has different strengths, costs, and use cases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Encryption protects confidentiality; signing protects integrity and authenticity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Often combined in real protocols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Encryption is mathematics, not obscurity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Algorithms are public; security depends on key secrecy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WhatsApp E2EE uses Signal Protocol so even WhatsApp servers cannot read messages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Encryption shifts trust from servers to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"HELLO" + key icon → AES box → "8x#2K9z" with locked padlock icon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Symmetric Encryption (AES)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Same key encrypts and decrypts; both parties must share it secretly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Fast, suitable for bulk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AES (Advanced Encryption Standard) is the modern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128-bit and 256-bit key sizes; hardware-accelerated on modern CPUs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Modes matter: AES-GCM provides authenticated encryption (confidentiality + integrity)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ECB; use GCM or CBC with HMAC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Key distribution is the hard problem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How do two parties agree on a shared key without anyone intercepting it?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S3 server-side encryption uses AES-256-GCM at rest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Throughput is gigabytes per second per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Alice and Bob each holding identical key icons, both encrypting/decrypting a shared lockbox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Asymmetric Encryption (RSA)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Two mathematically linked keys: public (share freely) and private (keep secret)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Encrypt with public, decrypt with private; or sign with private, verify with public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RSA, ECC (Elliptic Curve), Ed25519 are common asymmetric algorithms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ECC offers same security with smaller keys (256-bit ECC ≈ 3072-bit RSA)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100-1000x slower than symmetric; used for key exchange and signatures, not bulk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Encrypt a symmetric session key with RSA, then use AES for the conversation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Solves key distribution: anyone can send you encrypted data using your public key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Foundation of TLS, SSH, signed software updates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GitHub SSH keys use Ed25519/RSA so you authenticate without sharing a password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private key never leaves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Alice has lock + private key. Bob downloads Alice's open lock (public key), uses it to lock a box, sends it. Only Alice's priva...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TLS Handshake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TLS combines asymmetric (for key exchange) and symmetric (for data) encryption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Best of both worlds: secure setup, fast bulk transfer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Steps: ClientHello → ServerHello + certificate → key exchange (ECDHE) → Finished → encrypted application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TLS 1.3 reduces this to 1 round trip (1-RTT) or even 0-RTT for resumed sessions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Server presents an X.509 certificate signed by a Certificate Authority (CA)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Browser validates the chain back to a trusted root CA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Result: a shared symmetric session key both sides can 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Forward secrecy ensures past sessions stay safe even if long-term keys leak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Browsing https://google.com triggers a full TLS 1.3 handshake in &lt;100ms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Padlock icon means handshake succeeded and traffic is encrypted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diagram: Client ↔ Server with arrows labeled ClientHello, ServerHello+Cert, KeyExchange, Finished, EncryptedData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End-to-End Encryption (E2EE)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Only the communicating endpoints can read the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Servers in the middle see only ciphertext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Compare to transport encryption (TLS): server can decrypt and re-encrypt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 E2EE, even the service provider cannot read content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Key management is the hard part: how do users verify each other's keys?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Safety numbers, QR code verification, key transparency logs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Trade-offs: lose server-side features (search, content moderation, multi-device sync becomes complex)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Many features must move to client side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Signal, WhatsApp, iMessage use E2EE; Gmail does not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Your iMessage cannot be subpoenaed from Apple's servers in readable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Alice → Server (lock icon, server cannot read) → Bob; vs TLS where server has a key icon and can read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At-Rest vs In-Transit Encryption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In-transit: protects data moving over networks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TLS for HTTP, SSH, database connections, service-to-service mTLS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At-rest: protects data stored on disk, in databases, in backups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Disk encryption, database TDE, S3 SSE, encrypted backups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In-use (emerging): protects data while being processed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Confidential computing with Intel SGX, AWS Nitro Enclaves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Both are required; encrypting only one leaves the other exposed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HTTPS without disk encryption: stolen drive reveals everything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HIPAA and PCI-DSS require both at-rest and in-transit encryption for sensitive data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Auditors check key rotation, algorithm, and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Three-state diagram: Disk (lock) → Network pipe (lock) → Memory/CPU (lock with question mark for in-use)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Encryption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Symmetric: fast but key distribution is hard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 bulk data after key is established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Asymmetric: solves distribution but slow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 key exchange, signatures, certificates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Stronger keys (256 vs 128) cost more CPU; usually negligible on modern hardware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Choose 256-bit for long-lived sensitive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Key rotation: needed but operationally complex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envelope encryption: data keys encrypted by master keys (KMS pattern)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KMS, Google Cloud KMS, HashiCorp Vault provide managed key rotation and audit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rolling your own crypto; use vetted libraries (libsodium, BoringSSL)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table - Symmetric vs Asymmetric across columns: Speed, Key Distribution, Use Case, Example Algorithm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3: Authentication Mechanisms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Password Storage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Never store plaintext passwords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breach exposes every user account immediately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Hash passwords with a slow, salted, adaptive function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bcrypt, scrypt, Argon2, PBKDF2 are designed to be slow on purpose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Salt: random per-user value mixed into the hash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Prevents rainbow table attacks; identical passwords produce different hashes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Pepper: server-side secret added to all hashes (extra defense)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Stored separately from the database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LinkedIn 2012 breach leaked 117M unsalted SHA-1 password hashes; cracked within days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bcrypt with cost factor 12 would have made this far harder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Password "hunter2" + salt "x9k2" → bcrypt(cost=12) → "$2b$12$abc...xyz"; arrow to database row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Password Hashing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bcrypt: Blowfish-based, configurable cost factor (work parameter)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Cost 12-14 typical in 2026; double work each time CPUs get faster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Argon2: winner of Password Hashing Competition; memory-hard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Resists GPU/ASIC cracking better than bcrypt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 complexity: each password verification should take ~100-500ms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Slow enough to deter brute force, fast enough for UX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Never use MD5, SHA-1, or fast hashes for passwords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GPUs can crack billions of fast hashes per second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Dropbox uses bcrypt + AES wrapper; 1Password uses PBKDF2 with high iteration count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Defense layers compound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bar chart - MD5 (1B/sec crack rate, RED), SHA-256 (100M/sec, ORANGE), bcrypt (10K/sec, YELLOW), Argon2 (1K/sec, GREEN)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JWT (JSON Web Tokens)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Self-contained token: header.payload.signature, base64url encoded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 signs; clients send back; server verifies signature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Stateless authentication: no server-side session lookup needed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Scales horizontally; any server can validate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Payload contains claims: sub (user id), exp (expiry), iat, custom roles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Visible to anyone who has the token; do not put secrets there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Algorithms: HS256 (shared secret), RS256 (asymmetric, public verification)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RS256 when verifiers (microservices) should not be able to forge tokens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Auth0, Firebase Auth, AWS Cognito issue JWTs for API access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Short expiry (15 min) + refresh token pattern is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colored boxes - Header (red) . Payload (purple) . Signature (cyan) - with decoded JSON beneath each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OAuth 2.0 / OpenID Connect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OAuth 2.0: authorization framework for delegated access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"Let App X access my Google Drive without giving X my Google password"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OpenID Connect (OIDC): authentication layer on top of OAuth 2.0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Adds ID token (JWT) so apps can verify who the user 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flows: Authorization Code (web apps), Authorization Code + PKCE (mobile/SPA), Client Credentials (service-to-service)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Implicit flow is deprecated; do not use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Tokens: access token (short-lived, used in API calls), refresh token (long-lived, used to get new access tokens)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Refresh tokens require secure storage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"Sign in with Google" on a third-party site uses OIDC + Authorization Code flow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You log into Google; site receives ID token + access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Sequence diagram - User → App → Auth Server → Resource Server with redirect arrows and token exchange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API Keys vs Session Tokens vs JWT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API Keys: long-lived, identify a client/app, often no user context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Best for server-to-server; rotate regularly; never expose in client code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Session tokens: opaque random IDs stored server-side (Redis, DB)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Easy to revoke (delete the row); requires lookup per request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JWT: signed self-contained tokens, stateless verification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Hard to revoke before expiry without a denylist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based on revocation needs, scale, and trust model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Session for sensitive apps with logout; JWT for high-scale stateless APIs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Stripe uses API keys; banking apps use sessions; modern SaaS uses JWT + refresh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Hybrid: short JWT for API calls + opaque refresh token in HttpOnly cookie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3-column comparison table - API Key, Session Token, JWT - rows: Storage, Revocation, Stateless?, Use Case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Authentication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Stateless (JWT) vs Stateful (sessions)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Stateless scales easier; stateful revokes easier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Short expiry vs UX friction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15-min access tokens require refresh logic; 24-hour tokens are riskier if stolen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Single sign-on (SSO) vs independent auth per app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SSO simpler for users, single point of failure for security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MFA strength: SMS (weakest, SIM swap risk) → TOTP apps → Hardware keys (FIDO2/WebAuthn, strongest)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Hardware keys phishing-resistant by design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GitHub now requires hardware-backed 2FA for contributors to popular repos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Phishing-resistant MFA mitigates the most common attack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2x2 matrix - Security strength vs User friction, with MFA methods plotted (SMS, TOTP, Push, Hardware Key)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4: Common Vulnerabilities (OWASP Top 10)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OWASP Top 10 -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OWASP Top 10: industry-standard list of most critical web vulnerabilities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Updated every 3-4 years based on real breach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Categories include: Broken Access Control, Cryptographic Failures, Injection, Insecure Design, Security Misconfiguration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breaches map to one of these classes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Defenses are well-known; problem is consistent application across teams and code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Automation (SAST, DAST, dependency scanning) catches most common issues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Awareness is step one; secure-by-default frameworks are step two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frameworks prevent many vulnerabilities if used as intended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Capital One 2019 breach (100M records) was Broken Access Control via SSRF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misconfigured WAF rule cascaded into a massive breach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Top 10 list as a leaderboard with attack icons next to each, colored red-to-yellow by severity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SQL Injection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Attacker injects SQL through user input that is concatenated into queries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Classic: ' OR '1'='1 in a login form bypasses authentication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Defense: parameterized queries (prepared statements)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Database treats input as data, never as code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ORMs and query builders use parameterization by default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raw query construction with string concatenation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 in depth: input validation, least-privilege DB accounts, WAF, query allowlists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Read-only service should not have write DB credentials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2008 Heartland Payment Systems breach (130M cards) started with SQL injection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Parameterized queries would have prevented it entirely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code snippets side-by-side - Bad (string concat with red X) vs Good (prepared statement with green check)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Cross-Site Scripting (XSS)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Attacker injects malicious JavaScript into pages viewed by other users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Steals cookies, session tokens, performs actions as victim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types: Stored (in DB), Reflected (in URL), DOM-based (client-side rendering)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exploit insufficient output encoding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Defense: contextual output encoding (HTML, JS, URL contexts each need different escaping)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frameworks (React, Vue) escape by default; danger lies in dangerouslySetInnerHTML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Content Security Policy (CSP) headers: restrict what scripts can run and where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Defense in depth even if encoding fails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2010 Twitter onMouseOver worm spread by self-retweeting via stored XSS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Took down Twitter for hours; CSP would have blocked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Attacker → injects &lt;script&gt; into comment → victim views page → script sends victim cookie to attacker server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CSRF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Cross-Site Request Forgery: tricks an authenticated user's browser into making unwanted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Attacker site embeds &lt;img src="https://bank.com/transfer?to=attacker&amp;amount=1000"&gt; while user is logged 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Defense: CSRF tokens (random per-session value required in form submissions)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Server rejects requests missing the token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Defense: SameSite cookies (Lax or Strict) prevent cross-origin cookie sending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Modern browsers default to Lax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Defense: check Origin / Referer headers for state-changing requests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Defense in depth alongside CSRF tokens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2008 Gmail CSRF allowed attackers to add email forwarding rules silently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Now all major frameworks ship with CSRF protection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Attacker site with hidden form auto-submits to bank.com using victim's logged-in session cookie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DDoS and MITM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DDoS (Distributed Denial of Service): overwhelm capacity with traffic from many sources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Volumetric (bandwidth), protocol (SYN floods), application-layer (HTTP floods)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DDoS defense: CDN absorption (Cloudflare, Akamai), rate limiting, scrubbing centers, anycast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Distribute and absorb at the edge before reaching origin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MITM (Man-in-the-Middle): attacker intercepts/modifies traffic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Public WiFi, compromised routers, rogue CAs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MITM defense: HTTPS everywhere, HSTS headers, certificate pinning for mobile apps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HSTS forces browsers to use HTTPS; pinning prevents rogue CA attacks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Cloudflare absorbed 26M req/sec DDoS in 2022; GitHub absorbed 1.35 Tbps in 2018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Largest attacks now exceed terabits per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Left - thousands of bots → CDN edge (shield icon) → small filtered traffic → origin. Right - Alice → MITM attacker (eye icon) →...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Vulnerabilities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WAF rules: too strict blocks legitimate users; too loose lets attacks through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Tune over time using blocked-request analysis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Rate limiting: too aggressive impacts power users; too lenient allows abuse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Tiered limits per user class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CSP: strict policy requires refactoring inline scripts/styles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Start in report-only mode; tighten incrementally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Input sanitization vs output encoding: encode at output (context-aware) is safer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Sanitization can miss edge cases; encoding is provably safe per context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Stripe's WAF was tuned over years using ML on legitimate traffic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Continuous tuning is more important than initial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Risk-vs-friction chart for each defense, plotted as dots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5: Rate Limiting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Rate Limiting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Cap the number of requests a client can make in a time window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Protects against abuse, brute force, accidental DoS, runaway scripts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it: a single buggy client can take down your service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 attackers can scrape, enumerate, or exhaust resources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Apply at multiple layers: edge (CDN, WAF), API gateway, service, database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Earlier layers are cheaper; later layers are more granular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Returns HTTP 429 Too Many Requests with Retry-After header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Well-behaved clients back off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GitHub API: 5000 req/hour authenticated, 60 req/hour unauthenticated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Twitter API rate limits forced developers to design with backoff from day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Funnel - many requests at top → rate limiter (filter icon) → smaller stream of allowed requests, with rejected ones bouncing off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Token Bucket Algorithm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Bucket holds N tokens; each request consumes 1 token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Tokens refill at rate R per second up to bucket capacity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Allows bursts up to bucket size, then sustained rate 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Friendly to bursty traffic patterns (e.g., page load with many assets)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Stateless to implement with Redis: store {token_count, last_refill_timestamp}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 request: refill based on elapsed time, decrement, accept or reject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Pros: simple, supports bursts, well-understood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Cons: can allow short bursts that overwhelm downstream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AWS API Gateway uses token bucket per API key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Stripe API uses token bucket with burst + steady-state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Bucket icon with falling drops (tokens) at rate R, requests on the right scooping tokens to enter the system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Leaky Bucket Algorithm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Requests enter a queue (bucket); processed at constant rate R (drain rate)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bucket overflows, new requests are dropped or rejected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Smooths bursts into a steady stream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Output rate is always constant regardless of input pattern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Stricter than token bucket: no burst allowance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Better for downstream systems that cannot tolerate spikes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Trade-off: legitimate burst users (page loads, batch ops) get throttled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Less friendly to UX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Network routers use leaky bucket for QoS shaping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Cellular carriers use leaky bucket variants for fair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Bucket with hole at bottom, water dripping out at constant rate R, top inflow showing variable bursts that overflow when bucket...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Fixed Window vs Sliding Window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Fixed window: count requests in [00:00-00:59], reset at top of each minute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Simple but allows 2x burst at window boundary (59 reqs at 00:59 + 60 at 01:00)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Sliding window log: track timestamp of each request, count in last 60 seconds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Accurate but expensive (memory grows with request volume)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Sliding window counter: weighted blend of current and previous fixed windows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Approximates sliding log with constant memory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based on accuracy vs memory: fixed (cheapest), sliding counter (balanced), sliding log (most accurate)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Most APIs use sliding counter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Cloudflare uses sliding window counters across global edge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Redis sorted sets implement sliding window log easily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Three timeline bars - Fixed (clear minute boundaries), Sliding Log (every dot tracked), Sliding Counter (smooth gradient)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Rate Limiting - Where to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API gateway / reverse proxy: protect all backend services uniformly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Kong, Envoy, Nginx, AWS API Gateway, Cloudflare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CDN edge: absorb global traffic before it reaches origin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Cheapest place to drop bad traffic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Application layer: per-endpoint rules (e.g., login is stricter than search)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Per-feature granularity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store: Redis with atomic INCR + EXPIRE for shared counters across nodes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Or local in-memory + gossip for low latency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GitHub layers - Cloudflare → HAProxy → Rails app, each with different limits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Login endpoint: 10/min/IP; API: 5000/hour/token; webhooks: 1000/min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Layered architecture - User → CDN (limit A) → Gateway (limit B) → Service (limit C) → DB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Per-User vs Per-IP vs Per-Endpoint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Per-IP: blocks abusive networks; problem with NAT, mobile carriers, corporate proxies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Many legitimate users behind one IP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Per-user (authenticated): fair allocation per identity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Requires authentication; does not protect login itself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Per-endpoint: tighter limits on sensitive ops (login, password reset, payment)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Defends against credential stuffing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Per-API-key: B2B fairness across customers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Combine with quota for billing tiers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Login endpoint - 5/min/IP + 10/hour/account combined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Password reset - 3/hour/account to prevent enumeration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Multi-dimensional table with rows IP/User/Endpoint/Key and columns showing example limits and use cases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Rate Limiting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Strict limits: better protection, worse UX for power users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Provide tiered limits (free, paid, enterprise)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counters (Redis) add latency vs local counters that are inconsistent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Approximate algorithms (count-min sketch) for high-scale eventual consistency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Hard reject (429) vs queueing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Queue for short bursts; reject when sustained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Synchronous vs asynchronous tracking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Async (post-request log + tally) faster but allows brief overage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Discord uses Redis-backed sliding window with per-route limits and bucket sharing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Returns rate limit headers (X-RateLimit-Remaining, X-RateLimit-Reset) so clients self-throttle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Trade-off scale - Accuracy vs Latency vs Cost with each algorithm placed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10 Wrap-Up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Security -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Defense in depth: layer controls so no single failure is catastrophic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Perimeter, network, host, application,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CIA triad guides every security decision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Confidentiality, Integrity, Availability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Authentication ≠ Authorization: verify identity, then check permissions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Apply least privilege everywhere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vetted crypto: AES-GCM for symmetric, RSA/Ed25519 for asymmetric, bcrypt/Argon2 for passwords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Never roll your 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Rate limiting protects against abuse, brute force, and accidental overload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Apply at multiple layers with appropriate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One-page cheat sheet with 5 quadrants - Principles, Encryption, Auth, Vulnerabilities, Rate Limiting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Security - Interview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ask: who can access this data? What if their credentials leak?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Threat modeling shows senior thinking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Mention defense in depth even when asked about a single layer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 would also add..." demonstrates breadth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auth questions, contrast JWT vs sessions explicitly with trade-offs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Revocation, scale, complexity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 password storage, never accept "we hash with SHA-256"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Push for bcrypt/Argon2 with appropriate cost factor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 to drop: "Like the Capital One breach, SSRF + over-permissive IAM can cascade"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Anchors abstract advice in real consequences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Q&amp;A flowchart - "How would you store passwords?" → answer + follow-up branches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Security - Common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Storing JWTs in localStorage where XSS can steal them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HttpOnly cookies for sensitive tokens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to revoke refresh tokens on logout or password change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Maintain a revocation list keyed on jti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Treating TLS as sufficient and skipping at-rest encryption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Both are required for sensitive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Logging passwords, tokens, or PII in plaintext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Redact before logging; review log pipelines for sensitive fields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Hardcoding secrets in source code or config files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secret managers (Vault, AWS Secrets Manager) with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"Wall of shame" - 5 anti-patterns crossed out with red X marks, correct pattern next to each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6: Consistent Hashing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hashing scheme where adding/removing nodes only remaps a small fraction of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Traditional hash(key) % N remaps almost all keys when N changes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Maps both keys and nodes onto a circular hash ring (0 to 2^32-1)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key is owned by the next node clockwise on the 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Solves the rebalancing problem in distributed systems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When a node fails or scales out, only neighboring keys move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Foundation for distributed caches, sharded databases, CDN routing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Critical for elastic scale without massive data movement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Amazon DynamoDB partitions data using consistent hashing across thousands of nodes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 a node moves ~1/N of keys, not all of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Circle ring with 5 node icons placed around it; colored arcs showing the keyspace each node owns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Hash function maps both nodes (by IP/ID) and keys to points on the ring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hash function for both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Each key is assigned to the first node found going clockwise from the key's position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O(log N) lookup using a sorted structure (TreeMap, skip list)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node N is added: only keys between previous node and N are remapped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Average 1/N of keys move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node N is removed: its keys redistribute to the next clockwise node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Hot spot risk if removed node had a large arc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Memcached clients (ketama hashing) use consistent hashing across servers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Client-side decision; no server coordination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Before/after ring diagrams. Before: 3 nodes with arcs A, B, C. After adding node D: only part of arc B is reassigned to D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Virtual Nodes (vnodes)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Problem with naive consistent hashing: uneven distribution due to hash randomness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node may own a much larger arc than others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Solution: each physical node is represented by many virtual nodes (e.g., 100-200 per physical)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vnode is hashed independently to a position on the ring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Result: arcs average out, distribution becomes near-uniform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Adding/removing a node spreads keys across many vnode boundaries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Heterogeneous nodes: powerful nodes get more vnodes, weak nodes fewer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Weight by capacity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Cassandra defaults to 256 vnodes per physical node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DynamoDB, Riak, ScyllaDB all use vnodes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rings - Left: 3 nodes with uneven arcs (red highlights). Right: 3 nodes with 100 vnodes each, evenly distributed dots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Ring layout with hash space 0 to 2^32-1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Wraps around; max value connects to 0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Nodes placed at hash(node_id) positions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Clients compute hash(key) and walk clockwise to find owner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Replication: store on next K nodes clockwise for fault tolerance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Quorum reads/writes across replicas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Lookup data structure: sorted map of node positions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findCeiling(hash(key)) returns owning node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CDN edge selection - hash(URL) → walk ring → nearest healthy edge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Removing a failed edge only affects its neighbors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Detailed ring with hash positions labeled, key arrows pointing clockwise to their owning nodes, replication arrows to next 2 nodes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Consistent Hashing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vs Modulo hashing: minimal remapping when nodes change (huge win)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Modulo remaps ~all keys when N changes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vs Range partitioning: better load balance for random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Range better for ordered scans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Lookup is O(log N), slightly more expensive than O(1) modulo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Negligible at typical 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Hot keys still possible: if one key gets 10x traffic, its node burns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Pair with caching or hot-key replication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DynamoDB uses consistent hashing + adaptive capacity to handle hot partitions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Splits hot partitions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3-column table - Modulo, Consistent Hashing, Consistent Hashing+vnodes - rows: Remap %, Distribution, Complexity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7: Bloom Filters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Bloom Filters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Probabilistic data structure for set membership testing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"Is X in this set?" with very small memory footprint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 false negatives (if it says no, it really is not there)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Possible false positives (it may say yes when it is not)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Trade space for certainty: ~10 bits per element for ~1% false positive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Compare to a hash set storing full elements (8 bytes each + overhead)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Cannot enumerate elements or delete from a standard Bloom filter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Counting Bloom Filter for deletes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Google Bigtable, Cassandra, RocksDB use Bloom filters to skip disk lookups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Saves expensive disk seeks for keys that definitely do not 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Bit array with hash functions H1, H2, H3 each setting bits; query "is X in set?" checking same bits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Bloom Filters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Bit array of m bits + k independent hash functions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Insert: hash element with each function, set those k bit positions to 1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Query: hash element, check all k positions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 1 → "probably in set"; any 0 → "definitely not in set"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False positive rate ≈ (1 - e^(-kn/m))^k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Optimize k = (m/n) * ln(2) for given m, 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Tunable: choose m and k based on expected n and acceptable FP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1% FP rate ≈ 9.6 bits per element with 7 hash functions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Google Chrome's safe browsing uses Bloom filter of malicious URLs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1MB filter checks billions of URLs locally before contacting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Math formulas + bit array with 3 hashes mapping to positions, showing both insert and query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Bloom Filters -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Cache filters: "Is this URL cached?" before doing expensive lookup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wasted cache miss round trips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Database read optimization: skip SSTable disk reads for absent keys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LevelDB, RocksDB, Cassandra, HBase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Username/email availability check: fast pre-check before authoritative DB query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Filter rejects most negatives instantly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Distributed systems: gossiping set membership without sending full sets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DHT, peer-to-peer networks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Bitcoin SPV nodes use Bloom filters to ask peers for relevant transactions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Keeps wallet privacy reasonable while reducing bandwidth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4-quadrant grid with use cases as icons - Cache, Database, Username, P2P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Bloom Filters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Imagine a small library with 1M books and a "do we have this book?" desk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naive search of the catalog takes seconds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Bloom filter is a compact summary: a 1.2 MB bit array answers in microseconds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"Definitely not in library" → save the user a wasted catalog search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"Probably in library" → check catalog to confirm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~1% of "yes" answers are wrong, but no "no" answer is ever wrong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Acceptable when false positive cost is low (an extra DB call)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Memory savings: 1M book titles × 100 bytes ≈ 100MB; Bloom filter ≈ 1.2MB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80x reduction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Akamai uses Bloom filters at edge to filter "one-hit-wonder" URLs from cache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Only cache items requested 2+ times; saves cache space dramatically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Library counter - "yes" stamp (green with small "1% FP" footnote), "no" stamp (red, 100% accurate)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Bloom Filters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Pros: tiny memory, fast O(k) operations, no full element storage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Excellent for negative lookups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Cons: false positives, no deletion, fixed size at creation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Cannot enumerate elements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Variants: Counting Bloom Filter (deletes via counters), Scalable Bloom Filter (grows dynamically)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Cuckoo filter offers similar features with deletion support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Sizing matters: too small → high FP rate; too large → wastes memory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Plan for target n carefully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Cassandra rebuilds Bloom filters per SSTable on compaction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Tuned per-table based on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Comparison bar - Hash Set vs Bloom Filter vs Cuckoo Filter on memory, lookup speed, supports delete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8: Circuit Breaker Pattern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Circuit Breaker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Protects a service from repeatedly calling a failing downstream dependency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Inspired by electrical circuit breakers that trip on overload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it: failed dependency causes thread pool exhaustion, cascading failures, total outage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slow service brings down the entire system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Tracks failure rate; "trips open" when threshold exceeded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Subsequent calls fail fast, freeing resources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Periodically allows test calls to detect recovery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Self-healing without manual intervention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Netflix Hystrix protected video streaming during downstream API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failing recommendation service did not block playback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Electrical breaker icon next to a microservice diagram, with breaker tripping when failure rate spikes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Circuit Breaker States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Closed (normal): all calls go through; failures counted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failures exceed threshold (e.g., 50% over 20 calls), trip to Open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Open (tripped): all calls fail immediately without contacting downstream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Returns cached value, default response, or error - fast fail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After cooldown period (e.g., 30s), transition to Half-Open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Half-Open (testing): allow limited number of test calls through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they succeed, go back to Closed; if they fail, return to Open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Metrics tracked: failure rate, latency, slow call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Slow calls counted as failures (otherwise hangs cascade)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Resilience4j tracks rolling window of last N calls for failure rate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Configurable thresholds per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State machine diagram - Closed (green) → Open (red) → Half-Open (yellow) with arrows labeled "threshold exceeded", "cooldown el...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Circuit Breaker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Service A calls Service B for user preferences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 starts timing out (DB issue downstream)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circuit breaker: A's threads pile up waiting on 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A's thread pool exhausts; A starts failing all requests, including unrelated ones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 circuit breaker: A detects 60% B-call failures, trips breaker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 immediately returns cached preferences or default values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A's thread pool stays healthy; other features work fine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After 30 seconds, breaker tries one call to 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If success → close breaker; if failure → wait another 30s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Amazon Prime Video uses circuit breakers between recommendation, billing, and playback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User can still watch even if recommendations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scenarios side-by-side - Without breaker (cascading red across all services) vs With breaker (failure isolated to one)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Circuit Breaker + Retry + Timeout -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Three patterns work together: timeout, retry, circuit breaker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Timeout: per-call deadline (e.g., 1s)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Retry: a few retries with exponential backoff and jitter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Circuit breaker: gives up entirely when system is clearly down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timeout: retries hang forever; circuit breaker cannot detect failures fast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set tight, sensible timeouts first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Without retry: transient blips cause unnecessary breaker trips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Retry handles momentary glitches; breaker handles sustained outages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Order: caller → retry wrapper → circuit breaker → timeout → downstream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layer addresses a different failure pattern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Netflix Hystrix combines all three; Resilience4j and Polly do the same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gRPC interceptors and Istio service mesh provide these out of the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Layered onion - outer: caller, middle layers: retry → breaker → timeout, inner: downstream service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Circuit Breaker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Fail-fast vs trying harder: fast failure improves overall system health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But individual user requests fail sooner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Threshold tuning is critical: too sensitive trips on noise; too lax fails to protect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Start with 50% failure rate over 20-call window; adjust with data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Cooldown duration: too short → flapping; too long → slow recovery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10-60s typical; tune per service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Fallback strategy required: cached value, default response, degraded mode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"Sorry, we cannot show recommendations right now" beats a 30s timeout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Netflix Hystrix dashboard surfaced breaker state across hundreds of services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Operators see cascading risk before it spreads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Trade-off triangle - Sensitivity vs Recovery time vs User impact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9: Back-of-the-envelope Estimation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Estimation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Quick math to size a system: requests/sec, storage, bandwidth, server count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Within ~10x correctness; goal is sanity-check, not precision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Demonstrates engineering judgment in interviews and design reviews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"Will this fit on one server or do we need 100?"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Foundation: powers of 2, latency numbers, rule-of-thumb assumptions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Memorize these; do not derive from scratch each time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Approach: state assumptions clearly, do math out loud, sanity-check at end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Explicit reasoning matters more than the final number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Twitter's original "140 chars × 500M tweets/day" math justified storage choices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math justifies sharding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Napkin sketch with handwritten math: 1B users × 10 req/day / 86400 sec ≈ 116K req/sec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Powers of 2 Reference - Deep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2^10 = 1,024 ≈ 1 thousand → 1 KB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2^20 = 1,048,576 ≈ 1 million → 1 MB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2^30 ≈ 1 billion → 1 GB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2^32 ≈ 4 billion → 4 GB (also IPv4 address space)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2^40 ≈ 1 trillion → 1 TB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2^50 ≈ 1 quadrillion → 1 PB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Memorize so you can convert quickly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ASCII char = 1 byte; UTF-8 ≈ 1-4 bytes; UUID = 16 bytes; timestamp = 8 bytes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for record-size estimates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1B users × 1KB profile = 1 TB - fits on a single server's SSD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data with images = 1 PB - needs distributed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Reference table - power of 2, exact value, approximate label, common system context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Latency Numbers Every Engineer Should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L1 cache reference: 0.5 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Branch mispredict: 5 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L2 cache reference: 7 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Mutex lock/unlock: 25 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Main memory reference: 100 ns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Compress 1KB with Zippy: 3,000 ns (3 μs)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Send 1KB over 1 Gbps network: 10,000 ns (10 μs)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4KB random from SSD: 150,000 ns (150 μs)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1MB sequentially from memory: 250,000 ns (250 μs)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Round trip within same datacenter: 500,000 ns (500 μs)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1MB sequentially from SSD: 1,000,000 ns (1 ms)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Disk seek (HDD): 10,000,000 ns (10 ms)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1MB sequentially from HDD: 30,000,000 ns (30 ms)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Send packet US → Europe → US: 150,000,000 ns (150 ms)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Memory is ~100,000x faster than HDD; SSD is ~10x faster than HDD seek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Logarithmic scale bar chart showing each operation as a horizontal bar, color-coded by category (cache, memory, network, disk)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Traffic and Storage Estimates - Example/Intuition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Traffic example: 1B daily active users, each makes 10 reads + 1 write per day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Reads: 10B/day = 10B / 86400 ≈ 116K reads/sec average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Peak (3x average): ~350K reads/sec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Storage example: 1B users × 1KB profile = 1 TB; with 5-year retention and 10% growth = ~5 TB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Replication factor 3 → 15 TB raw capacity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Bandwidth example: 1M concurrent video streams × 5 Mbps = 5 Tbps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Requires major CDN; not single-DC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state: peak vs average, read:write ratio, retention period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assumptions drive the architecture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YouTube uploads ~500 hours/min of video; average 50MB/min storage = 25TB/min raw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Justifies massive distributed object storage (Bigtable + Colossus)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Calculation worksheet showing assumptions on left, math in middle, results on right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Estimation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Precision vs speed: 5-minute estimate guides the next 5 hours of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Aim for order-of-magnitude correct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Average vs peak: design for peak; size capacity at 2-3x average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Black Friday, viral content, time zones cause spikes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Read-heavy vs write-heavy assumption changes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Caches help reads; sharding helps writes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Round numbers aggressively: 86400 ≈ 100K seconds/day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Speeds mental math without losing accuracy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System design interviews score on reasoning, not the final number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"1 in 100K precision is wrong but 1 in 10 is fine"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Quick-reference card with daily seconds (86,400 ≈ 100K), monthly seconds (~2.5M), QPS conversions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Topic 10: System Design Interview Framework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Framework - Concept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 structured 5-step approach to handle any system design question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Avoid jumping to solutions; demonstrate disciplined thinking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Steps: Clarify → Estimate → High-level design → Deep dive → Bottlenecks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Allocate roughly: 5min, 5min, 10min, 15min, 10min in a 45-min interview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The framework is the answer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Interviewers grade structure as much as the technical content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Communicate trade-offs explicitly at every step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choose X because Y, accepting trade-off Z"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Asked "Design Twitter" - clarify scope (timelines? DMs? search?), estimate, sketch, deep dive on fanout, address hot users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Same framework applies to URL shortener, ride share, chat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5-step horizontal flow with time allocations and sample questions at each stage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Step 1 - Clarify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Functional requirements: what the system does (features)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"Users can post tweets, follow others, see a timeline"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Non-functional requirements: how well it does it (qualities)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Latency, availability, consistency, scalability, durability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Constraints: scale (1M vs 1B users), region (single vs global), budget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shape every design choice that follows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Out-of-scope items: explicitly call them 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"I'll skip search and DMs to focus on core posting + timeline"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Designing Uber - confirm: ride-hailing only? matching? payment? maps? surge pricing?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Scope determines whether the answer covers 5 services or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Two columns - Functional (feature checklist) vs Non-functional (latency budget, 99.99% SLA, etc.) with an "Out-of-scope" sectio...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Step 2 - Estimate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Calculate: DAU, requests/sec (avg + peak), storage/year, bandwidth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rule-of-thumb assumptions and powers of 2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Read:write ratio shapes architecture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100:1 read-heavy → cache aggressively; 1:1 → focus on write throughput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Storage: bytes per record × records per second × retention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Multiply by replication factor for raw capacity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Bandwidth: requests/sec × payload size, both ingress and egress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Egress dominates for video, downloads, social feeds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Designing Instagram - 500M DAU × 5 photos viewed = 2.5B reads/day, ~30K reads/sec average, ~100K peak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Justifies CDN + read replicas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Estimation worksheet with placeholder math: DAU ___, RPS ___, Storage/year ___, Bandwidth ___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Step 3 - High-Level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Draw boxes and arrows: client, load balancer, app servers, cache, DB, queue, workers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5-10 boxes; do not over-detail yet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Identify the major data flows: read path, write path, async jobs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One arrow per flow; label with key operation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Choose major technologies with brief justification: SQL vs NoSQL, Redis vs Memcached, Kafka vs SQS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Trade-offs in one sentence each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CDN, API gateway, monitoring as supporting infrastructure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Mention but do not dive in yet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URL shortener high-level: Client → CDN → API Gateway → App Server → Redis cache → MySQL (sharded by hash)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 Kafka for analytics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Box-and-arrow architecture diagram with 7-8 components, color-coded by tier (edge, app, data)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Step 4 - Deep Dive into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 1-2 critical components based on interviewer interest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Usually data model, hot path, or unique scaling challenge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Data model: tables/documents, indexes, partition key, access patterns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Justify schema choices; show query examples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Caching strategy: cache key, TTL, invalidation, hit ratio target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Address thundering herd, stampede mitigation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Sharding/partitioning: key choice, hot partition handling, rebalancing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Use consistent hashing, range, or composite keys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Twitter timeline - deep dive on fanout-on-write vs fanout-on-read, hybrid for celebrities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Justify with celebrity follower count math (millions of fans)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Zoom-in lens icon on one component from high-level diagram, exploding into detailed sub-architecture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Step 5 - Identify and Address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Walk through the design asking: where does this break at 10x scale?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Single DB → shard or replicate; one cache → distributed cache; one region → multi-region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Common bottlenecks: hot keys, single point of failure, sync replication latency, expensive joins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Prepare a mitigation for each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Discuss trade-offs explicitly: stronger consistency vs lower latency, cost vs reliability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 you understand there is no free lunch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Add observability: metrics, logs, traces, alerts on SLO breaches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"How would I know this is failing?"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Designing chat app - identify hot rooms (1M users in one room) → shard by sub-room or use pub/sub fanout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Each bottleneck has a known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Bottleneck heatmap on the architecture diagram with red dots, each annotated with mitigation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Follow-Up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"How would you handle 10x more traffic?"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Horizontal scaling, caching layers, async processing, sharding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"What if region X goes down?"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Multi-region active-active or active-passive, data replication, DNS failover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"How do you ensure data consistency?"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Choose CP or AP per use case; transactions where needed; eventual consistency where acceptable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"How would you monitor this?"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RED metrics (Rate, Errors, Duration), USE method, dashboards, alerts on SLO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"What if a celebrity user has 100M followers?"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Hybrid fanout, special-casing, async pre-computation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"Design Slack" follow-ups always include - presence, search, mobile push, file storage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Anticipate them; have a 2-sentence answer ready for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Q&amp;A flashcards layout - question on top, 2-3 bullet answer below, in a grid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Framework -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Time vs depth: spending too long clarifying leaves no time for design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Stick to budget; politely ask "let me move forward"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Breadth vs depth: covering many components shallowly vs few components deeply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Cover breadth in high-level, depth in 1-2 components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Buzzwords vs reasoning: name-dropping Kafka without justification looks weak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Always pair tech choice with one-sentence "because X"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Generic vs tailored: applying the same template to every problem is robotic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Adapt - some problems are write-heavy, some are real-time, some are storage-heavy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Strong candidates often draw a quick scaling roadmap: "v1 single server → v2 add cache → v3 shard → v4 multi-region"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Shows evolutionary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Time budget pie chart - Clarify 10%, Estimate 10%, High-level 25%, Deep dive 35%, Bottlenecks 20%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3108960"/>
            <a:ext cx="1207922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3600">
                <a:solidFill>
                  <a:srgbClr val="00B4D8"/>
                </a:solidFill>
              </a:rPr>
              <a:t>Section 11 Wrap-Up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Advanced Topics -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Consistent hashing minimizes remapping when nodes change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Vnodes provide even distribution and weighted nodes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Bloom filters trade certainty for space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false negatives; perfect for cache and DB skip-lookups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Circuit breakers prevent cascading failures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Closed → Open → Half-Open with proper thresholds and fallbacks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Estimation skills guide architecture in 5 minutes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Memorize powers of 2 and latency numbers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Interview framework provides structure: Clarify, Estimate, Design, Deep dive, Bottlenecks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 framework itself is half the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5-icon summary - ring, bit array, breaker, calculator, framework arrow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Interview Tips -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Always start by clarifying scope; do not jump to a solution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30 seconds of clarification saves 30 minutes of wrong design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Think out loud: interviewer follows your reasoning, not just the diagram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Even when stuck, narrate options and trade-offs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Use real-world examples to anchor abstract claims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"Like how Cassandra uses vnodes" or "Netflix's Hystrix pattern"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When asked about a specific tech, give 1-line definition + 2-line trade-offs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Shows you know the tech and where it fits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Wrap up with a recap and explicitly call out things you would do given more time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Demonstrates self-awareness and prioritization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Interview "do's and don'ts" list, color-coded green and red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Common Pitfalls -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Designing for a billion users when the problem is for a thousand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Overengineering wastes time and money; start simple, evolve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Forgetting non-functional requirements: latency, availability, durability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These often drive design more than features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Picking technologies without justifying fit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"I'd use Cassandra because it's web-scale" is a red flag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Ignoring failure modes: what happens when a node, region, or dependency fails?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Senior engineers always have a "what if it breaks" answer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Skipping monitoring and observability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Production systems must answer "is it working?" "what is broken?" "how do I know?"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Premature sharding adds operational pain without scale benefit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Many systems run for years on a single beefy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"Anti-pattern wall" - 6 common mistakes crossed out with red X, correct approach below each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Closing - From Theory to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System design is iterative: ship simple, measure, evolve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design survives contact with real traffic unchanged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Read engineering blogs: Netflix, Uber, Stripe, Discord, Cloudflare publish real war stories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Pattern-match production decisions to interview frameworks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Build small projects end-to-end: deploy, monitor, scale, fail, recover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Theory + practice compounds faster than either alone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Master fundamentals: consistency, partitioning, replication, caching, queues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Every advanced system is a recombination of these primitives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Real example: Discord scaled to 200M users by repeatedly applying Cassandra + Rust + careful sharding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No magic; just disciplined application of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Spiral diagram - ship → measure → learn → evolve, with each loop labeled with a concept from the deck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Resources for Further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Books: "Designing Data-Intensive Applications" by Martin Kleppmann (essential)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"System Design Interview" by Alex Xu (interview-focused)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Engineering blogs: Netflix Tech Blog, Uber Engineering, High Scalability, AWS Architecture Blog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Real systems at real scale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Papers: Dynamo (Amazon), Bigtable (Google), Spanner (Google), Kafka, Raft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Foundational reading; many modern systems trace back to these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Practice: Pramp, interviewing.io, design problems on LeetCode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Mock interviews build the muscle memory</a:t>
            </a:r>
          </a:p>
          <a:p>
            <a:pPr algn="l">
              <a:spcBef>
                <a:spcPts val="200"/>
              </a:spcBef>
            </a:pPr>
            <a:r>
              <a:rPr b="0" i="0" sz="1700">
                <a:solidFill>
                  <a:srgbClr val="E0E8F0"/>
                </a:solidFill>
              </a:rPr>
              <a:t>▸  Communities: r/ExperiencedDevs, HackerNews, Discord communities, local meetups</a:t>
            </a:r>
          </a:p>
          <a:p>
            <a:pPr lvl="1" algn="l">
              <a:spcBef>
                <a:spcPts val="140"/>
              </a:spcBef>
            </a:pPr>
            <a:r>
              <a:rPr b="0" i="1" sz="1500">
                <a:solidFill>
                  <a:srgbClr val="A0C4D8"/>
                </a:solidFill>
              </a:rPr>
              <a:t>    ↳  Learning compounds in good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sz="1100">
                <a:solidFill>
                  <a:srgbClr val="7090A8"/>
                </a:solidFill>
              </a:rPr>
              <a:t>📊 Resource library shelf - books, papers, blogs, podcasts as icons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